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1. 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p7_t1_english_0101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1.1 School Holidays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444752"/>
            <a:ext cx="4160520" cy="74980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09344"/>
            <a:ext cx="3749039" cy="3017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50" b="1">
                <a:solidFill>
                  <a:srgbClr val="111827"/>
                </a:solidFill>
                <a:latin typeface="Arial"/>
              </a:rPr>
              <a:t>Where is Nakato going?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Think alone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Pair talk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Share one idea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4856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Point to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s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2.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p7_t1_english_0101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Today's 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I can listen to a story and identify key plans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Nakato’s Holiday Story, New Holiday Words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answer with one reason or example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6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listen, talk, try, explain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r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3. 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p7_t1_english_0101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Starter: think first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Where is Nakato going?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199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5215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compare your first answer with a partner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6928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connect your answer to Nakato’s Holiday 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ce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4.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p7_t1_english_0101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08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Nakato’s Holiday 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Listen for Nakato’s trip to her grandmother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Listen to the story carefully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Identify the characters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6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List the places Nakato plans to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5.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p7_t1_english_0101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New Holiday Words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Travel: To go from one place to another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199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5215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Up-country: Rural areas/the village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6928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Relatives: Family members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act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6.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p7_t1_english_0101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Try it together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389888"/>
            <a:ext cx="3977639" cy="530352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508760"/>
            <a:ext cx="3611880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>
                <a:solidFill>
                  <a:srgbClr val="BE123C"/>
                </a:solidFill>
                <a:latin typeface="Arial"/>
              </a:rPr>
              <a:t>Answer with evidence: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What will she do in the village?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7199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5215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Who is she going to visit?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8911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6928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What is another word for 'start'?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ctiv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7.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p7_t1_english_0101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Activity challenge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Listen to the story; whisper two Nakato plans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199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5215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Copy the words and definitions neatly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6928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Repeat together, then do a pronoun substitution drill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8. EXIT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p7_t1_english_0101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Exit ticket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920240"/>
            <a:ext cx="4983480" cy="2139696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2212848"/>
            <a:ext cx="443484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50" b="1">
                <a:solidFill>
                  <a:srgbClr val="111827"/>
                </a:solidFill>
                <a:latin typeface="Arial"/>
              </a:rPr>
              <a:t>Where will you be in three weeks?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3017520"/>
            <a:ext cx="411480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475569"/>
                </a:solidFill>
                <a:latin typeface="Arial"/>
              </a:rPr>
              <a:t>Use one complete sentence
Use one key word: Listening for detail
Hand in or read your answer aloud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" y="528523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539496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Complete sentence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7199" y="528523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5215" y="539496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Use a key word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8911" y="528523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6928" y="539496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Read aloud or hand 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