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Living Together in Africa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44752"/>
            <a:ext cx="4160520" cy="7498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09344"/>
            <a:ext cx="3749039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Arial"/>
              </a:rPr>
              <a:t>What is the most interesting thing you learned about Africa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Point to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 can organize and compile their Term 1 Social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Our Term 1 SST Journey, Organizing Our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listen, talk, try,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What is the most interesting thing you learned about Africa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compare your first answer with a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connect your answer to Our Term 1 SST Journey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Our Term 1 SST Journey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Introduction to the final review process 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Reviewing major themes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Celebrating our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Preparing for compilation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Organizing Our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Collecting all Term 1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Sorting by topic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Checking for missing items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89888"/>
            <a:ext cx="3977639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0876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>
                <a:solidFill>
                  <a:srgbClr val="BE123C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Why is it important to keep our maps and projects organized?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Do you have all four major projects?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Which work needs to be at the very front of your pile?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Participate in a whole-class discussion, sharing their most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Individually sort their maps and written projects according to the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In small groups, learners quiz each other on the key facts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983480" cy="213969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434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Where will you keep this portfolio for revision?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01752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rial"/>
              </a:rPr>
              <a:t>Use one complete sentence
Hand in or read your answer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Complete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5215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 key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6928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Read aloud or hand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