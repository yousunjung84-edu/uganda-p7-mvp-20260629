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1.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3.4 Final Review and Assessment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444752"/>
            <a:ext cx="4160520" cy="74980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609344"/>
            <a:ext cx="3749039" cy="30175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50" b="1">
                <a:solidFill>
                  <a:srgbClr val="111827"/>
                </a:solidFill>
                <a:latin typeface="Arial"/>
              </a:rPr>
              <a:t>What are the three main topics we studied this term?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Think alone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Pair talk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Share one idea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537667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548640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Point to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2.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Today's 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 can reflect on personal progress in English from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Looking Back at Term 1, What is a Portfolio?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answer with one reason or example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85232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94960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listen, talk, try, 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r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3. 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Starter: think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What are the three main topics we studied this term?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compare your first answer with a partner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connect your answer to Looking Back at Term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4.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Looking Back at Term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Oral reflection on the three main topics of Term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Review the topics we covered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Share our favorite English activities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257800"/>
            <a:ext cx="2697479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5367528"/>
            <a:ext cx="2441448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Discuss how our writing has improved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5.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What is a Portfolio?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NEW VOCABULARY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Pair talk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Share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act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6.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Try it together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389888"/>
            <a:ext cx="3977639" cy="530352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508760"/>
            <a:ext cx="3611880" cy="2194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50" b="1">
                <a:solidFill>
                  <a:srgbClr val="BE123C"/>
                </a:solidFill>
                <a:latin typeface="Arial"/>
              </a:rPr>
              <a:t>Answer with evidence: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Which activity helped you improve your English most?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199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5215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Why is it important to review our work?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8911" y="523951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6928" y="534924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What is a portfolio?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ctiv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7.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Activity challenge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Sit in a circle and participate in a "Turn and Talk" session 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199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5215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Write the new vocabulary in their exercise books and work in pairs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8911" y="5230368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6928" y="5340096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Individual activity: Learners silently read through their term's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8872"/>
            <a:ext cx="3840480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8. EXIT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18872"/>
            <a:ext cx="3977639" cy="1920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p7_t1_english_1205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694944"/>
            <a:ext cx="11430000" cy="566928"/>
          </a:xfrm>
          <a:prstGeom prst="roundRect">
            <a:avLst/>
          </a:prstGeom>
          <a:solidFill>
            <a:srgbClr val="FFFFFF"/>
          </a:solidFill>
          <a:ln w="13335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813816"/>
            <a:ext cx="109728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11827"/>
                </a:solidFill>
                <a:latin typeface="Arial"/>
              </a:rPr>
              <a:t>Exit ticket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920240"/>
            <a:ext cx="4983480" cy="2139696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212848"/>
            <a:ext cx="443484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50" b="1">
                <a:solidFill>
                  <a:srgbClr val="111827"/>
                </a:solidFill>
                <a:latin typeface="Arial"/>
              </a:rPr>
              <a:t>How will you make your work even better in Term 2?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3017520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50" b="1">
                <a:solidFill>
                  <a:srgbClr val="475569"/>
                </a:solidFill>
                <a:latin typeface="Arial"/>
              </a:rPr>
              <a:t>Use one complete sentence
Use one key word: Past simple tense for
Hand in or read your answer aloud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Complete sentence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199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5215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Use a key 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8911" y="5285232"/>
            <a:ext cx="3645407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6928" y="5394960"/>
            <a:ext cx="3389375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Arial"/>
              </a:rPr>
              <a:t>Read aloud or hand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