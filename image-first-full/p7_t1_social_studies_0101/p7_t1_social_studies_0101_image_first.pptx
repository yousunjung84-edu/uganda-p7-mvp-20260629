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1.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p7_t1_social_studies_0101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1.0 Living Together in Africa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44752"/>
            <a:ext cx="4160520" cy="74980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09344"/>
            <a:ext cx="3749039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50" b="1">
                <a:solidFill>
                  <a:srgbClr val="111827"/>
                </a:solidFill>
                <a:latin typeface="Arial"/>
              </a:rPr>
              <a:t>What is the name of our country?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Think alone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Pair talk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Share one idea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Point to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2.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p7_t1_social_studies_0101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Today's 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Students will identify the location of Africa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Where is Our Home?, The Seven Continents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answer with one reason or example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listen, talk, try,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r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3.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p7_t1_social_studies_0101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Starter: think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What is the name of our country?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compare your first answer with a partner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connect your answer to Where is Our Home?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4.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p7_t1_social_studies_0101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Where is Our Home?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Connecting personal knowledge of local location 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We live in Uganda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Uganda is a country in East Africa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Africa is a large continent on the Earth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5.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p7_t1_social_studies_0101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The Seven Continents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THE 7 CONTINENTS (By Size):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1. Asia (Largest)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2. AFRICA (2nd Largest)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act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6.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p7_t1_social_studies_0101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Try it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389888"/>
            <a:ext cx="3977639" cy="530352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508760"/>
            <a:ext cx="3611880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>
                <a:solidFill>
                  <a:srgbClr val="BE123C"/>
                </a:solidFill>
                <a:latin typeface="Arial"/>
              </a:rPr>
              <a:t>Answer with evidence: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In which continent is Uganda found?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Is Africa a country or a continent?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How many continents are there in the world?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tiv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7.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p7_t1_social_studies_0101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Activity challenge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Turn to a partner and discuss if they have ever seen a map of the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Look at the wall map and point to each continent as the teacher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Use atlases in groups to list the four water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8.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p7_t1_social_studies_0101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Exit ticket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920240"/>
            <a:ext cx="4983480" cy="213969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212848"/>
            <a:ext cx="44348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50" b="1">
                <a:solidFill>
                  <a:srgbClr val="111827"/>
                </a:solidFill>
                <a:latin typeface="Arial"/>
              </a:rPr>
              <a:t>Which ocean did you put to the East?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3017520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475569"/>
                </a:solidFill>
                <a:latin typeface="Arial"/>
              </a:rPr>
              <a:t>Use one complete sentence
Hand in or read your answer aloud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Complete sentence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199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5215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Use a key 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6928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Read aloud or hand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