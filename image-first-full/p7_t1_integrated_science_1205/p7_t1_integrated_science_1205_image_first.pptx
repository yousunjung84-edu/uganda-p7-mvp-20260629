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3.4 Energy Resources in the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Which experiment did you find most challenging?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Recalls and identify key experiments conducted from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Looking Back at Our Experiments, How to Write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Which experiment did you find most challenging?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connect your answer to Looking Back at Our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Looking Back at Our Experiments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Prior knowledge activation regarding Term 1 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Reviewing the Muscular-Skeletal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Recalling the Electricity and Magnetism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Remembering the Energy Resources (biogas/solar)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How to Write a Science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Title and Aim (What and Why)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Apparatus/Materials (The tools)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Procedure (The steps)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What materials did we use to represent the backbone in our model?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What is the difference between apparatus and procedure?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Why do we need an 'Aim' in our report?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Brainstorm in pairs and list all the scientific experiments 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Copy the report structure into their notebooks and label each part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Participate in a whole-class exercise to verbally summarize the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How does writing a report help you remember the experiment?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