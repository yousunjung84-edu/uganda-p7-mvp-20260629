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4.0 Patterns and Sequences (Final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What is a subset?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apply all Term 1 math ideas (Sets, Whole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Setting Up Our Math Market, Mapping the Market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is a subset?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Setting Up Our Math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Setting Up Our Math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Concrete Stage: Organizing market items into 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Use stones to represent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Group local items into 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Identify subsets within the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Mapping the Market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Draw a Venn diagram of the inventory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Create a price sequence for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Identify the rule of the sequence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How many items are in our Universal Set?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Can an item belong to two sets at once?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Where do we put items that are both cheap and useful?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Work in groups of five to sort physical objects (stones, sticks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Draw Venn diagrams on paper to represent their sorted sets 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Individual learners solve multi-digit multiplication and addition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How does math help a market seller in Uganda?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