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1.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The Human Body: Muscular-Skeletal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44752"/>
            <a:ext cx="4160520" cy="7498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09344"/>
            <a:ext cx="3749039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50" b="1">
                <a:solidFill>
                  <a:srgbClr val="111827"/>
                </a:solidFill>
                <a:latin typeface="Arial"/>
              </a:rPr>
              <a:t>What do you feel when you touch your shin?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Think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Pair talk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Share one idea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Point to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 can identify and name the main components of the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Why Do We Have a Shape?, Exploring the Skeleton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answer with one reason or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listen, talk, try,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What do you feel when you touch your shin?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compare your first answer with a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connect your answer to Why Do We Have a Shape?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Why Do We Have a Shape?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Prior knowledge activation: Discussing why the body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The body has a firm framework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This framework allows us to stand and move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Without it, we would be like a heap of cloth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Exploring the Skeleton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THE SKELETON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A framework of bones in the body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Share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389888"/>
            <a:ext cx="3977639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08760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>
                <a:solidFill>
                  <a:srgbClr val="BE123C"/>
                </a:solidFill>
                <a:latin typeface="Arial"/>
              </a:rPr>
              <a:t>Answer with evidence: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Why can't a piece of cloth stand up on its own?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What is the name of the bone protecting the brain?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Where are the longest bones found in the skeleton?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Touch various parts of their bodies (head, arm, ribs) to identify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In groups, observe the skeleton chart and point out the skull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Write the definitions of bones, muscles, and joints in their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p7_t1_integrated_science_0101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920240"/>
            <a:ext cx="4983480" cy="213969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212848"/>
            <a:ext cx="44348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50" b="1">
                <a:solidFill>
                  <a:srgbClr val="111827"/>
                </a:solidFill>
                <a:latin typeface="Arial"/>
              </a:rPr>
              <a:t>Is the heart part of the muscular-skeletal system?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3017520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475569"/>
                </a:solidFill>
                <a:latin typeface="Arial"/>
              </a:rPr>
              <a:t>Use one complete sentence
Hand in or read your answer aloud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Complete sentence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199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5215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Use a key 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6928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Read aloud or hand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