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Christians and the Holy Spirit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Name one Biblical hero we studied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synthesize key concepts from Term 1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Who are our Heroes of Faith?, Planning Our Scrapbook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Name one Biblical hero we studied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Who are our Heroes of Faith?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Who are our Heroes of Faith?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Brainstorming session to recall "Heroes of Faith"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Reviewing Topic 1: Biblical Heroes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Reviewing Topic 2: Ancestors and Reconciliation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Reviewing Topic 3: Global Organizations of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Planning Our Scrapbook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Dividing the scrapbook into three 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Choosing titles for each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Preparing local materials (banana fibers, cards)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values do our ancestors teach 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Which organization helps people in times of war?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How many sections will our scrapbook have?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Work in pairs to list at least two heroes/organizations for 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Measure and cut their manila cards and label the top of each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Draw illustrations for the first two sections and write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How will you use the Holy Spirit’s help during the holidays?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Use one key word: Reviewing names and roles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