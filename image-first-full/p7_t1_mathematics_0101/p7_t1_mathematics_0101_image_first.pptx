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01 Sets (Set Concepts)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How many stones are in my hand?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 can distinguish between finite and infinite 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Can We Count Everything?, Defining Our Sets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How many stones are in my hand?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Can We Count Everything?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Can We Count Everything?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Concrete exploration of countable objects (stones)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Practical counting of stones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Attempting to count grains of sand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Identifying which count can be finished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Defining Our 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Finite Set: Has a countable number of 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Infinite Set: Has members that go on forever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Examples from daily life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Can you tell me exactly how many grains are in that pile of sand?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Which count was easier to finish?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is a finite set?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In groups of five, learners count a pile of 10 bottle caps 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Write the definitions of finite and infinite sets in their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Draw two Venn diagrams. In the first, they represent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p7_t1_mathematics_0101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Can a very large set still be finite? (Yes, if it has an end)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Use one key word: Set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