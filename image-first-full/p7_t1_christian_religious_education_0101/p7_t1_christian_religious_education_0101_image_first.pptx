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Christians and the Holy Spirit (Topic 1: Enriched in the Spirit)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Can you see the wind?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define the Holy Spirit and recognize Him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What is a Spirit?, Defining the Holy Spirit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Can you see the wind?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What is a Spirit?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What is a Spirit?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Introduction to the "Spirit" concept. Just as 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 spirit is invisible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We see the effects of a spirit, like we see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The Spirit is the "breath" of God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Defining the Holy Spirit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2. The Holy Spirit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He is God's presence in 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He is the "Gift and the Giver."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How do you know the wind is there?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Is God visible to our physical eyes?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Who is the Holy Spirit?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Blow on their hands and observe trees moving outside to understand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Discuss in pairs what it means to receive a gift that is also the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Teacher demonstrates the Trinity using the three-stone stove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p7_t1_christian_religious_education_0101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Can you name the three persons?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Use one key word: Spirit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