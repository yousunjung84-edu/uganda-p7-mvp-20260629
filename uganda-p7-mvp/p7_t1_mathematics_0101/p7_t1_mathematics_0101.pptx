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UGANDA P7 LESSON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0700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01 Sets (Set Concepts)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2423160"/>
            <a:ext cx="992124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743200"/>
            <a:ext cx="9281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4ED8"/>
                </a:solidFill>
                <a:latin typeface="Arial"/>
              </a:rPr>
              <a:t>Mathematics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355848"/>
            <a:ext cx="89154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11827"/>
                </a:solidFill>
                <a:latin typeface="Arial"/>
              </a:rPr>
              <a:t>Big question: How many stones are in my hand?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74920"/>
            <a:ext cx="9921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475569"/>
                </a:solidFill>
                <a:latin typeface="Arial"/>
              </a:rPr>
              <a:t>Think silently → pair talk → 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distinguish between finite and infinite sets usin...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You will use: Can We Count Everything?, Defining Our Sets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Success: explain, try, and answer in your own words.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Think: How many stones are in my hand?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Pair: compare your first answer with a partner.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Share: connect your answer to Can We Count Everything?.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Can We Count Everything?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Key idea: Concrete exploration of countable objects (stones) vs...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Practical counting of stones.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Attempting to count grains of sand.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Identifying which count can be finished.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Defining Our Sets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Watch the example.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Finite Set: Has a countable number of members.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Infinite Set: Has members that go on forever.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Examples from daily life.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Can you tell me exactly how many grains are in that pile of sand?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Which count was easier to finish?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What is a finite set?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Agree on one answer before writing.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Group task: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In groups of five, learners count a pile of 10 bottle caps and th...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Students write the definitions of finite and infinite sets in the...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Students draw two Venn diagrams. In the first, they represent the...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Answer: Can a very large set still be finite? (Yes, if it has an...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Include one key word: Set, elements, counting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