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01 Sets (Set Concepts)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Mathematics</a:t>
            </a:r>
          </a:p>
        </p:txBody>
      </p:sp>
      <p:sp>
        <p:nvSpPr>
          <p:cNvPr id="12" name="Oval 11"/>
          <p:cNvSpPr/>
          <p:nvPr/>
        </p:nvSpPr>
        <p:spPr>
          <a:xfrm>
            <a:off x="1694383" y="3191256"/>
            <a:ext cx="1164031" cy="1106424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90825" y="3191256"/>
            <a:ext cx="1164031" cy="1106424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61972" y="3543300"/>
            <a:ext cx="55138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9679" y="3543300"/>
            <a:ext cx="55138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How many stones are in my hand?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distinguish between finite and infinite sets using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Can We Count Everything?, Defining Our Sets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234025" y="5442508"/>
            <a:ext cx="972921" cy="362102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99708" y="5442508"/>
            <a:ext cx="972921" cy="362102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41264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8153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How many stones are in my hand?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Can We Count Everything?.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Can We Count Everything?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82826" y="2816352"/>
            <a:ext cx="1025042" cy="905256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4171" y="2816352"/>
            <a:ext cx="1025042" cy="905256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6524" y="3104388"/>
            <a:ext cx="48554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18" y="3104388"/>
            <a:ext cx="48554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Concrete exploration of countable objects (stones) vs. uncountable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Practical counting of stones.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Attempting to count grains of sand.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Identifying which count can be finished.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Our 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Finite Set: Has a countable number of members.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Infinite Set: Has members that go on forever.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30752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3. Examples from daily life.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98533" y="2805379"/>
            <a:ext cx="712317" cy="744321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85908" y="2805379"/>
            <a:ext cx="712317" cy="744321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3476" y="3042208"/>
            <a:ext cx="337413" cy="2706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8341" y="3042208"/>
            <a:ext cx="337413" cy="2706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Can you tell me exactly how many grains are in that pile of sand?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Which count was easier to finish?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What is a finite set?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62709" y="2635300"/>
            <a:ext cx="886053" cy="764438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68956" y="2635300"/>
            <a:ext cx="886053" cy="764438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2515" y="2878531"/>
            <a:ext cx="419709" cy="277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5397" y="2878531"/>
            <a:ext cx="419709" cy="277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In groups of five, learners count a pile of 10 bottle caps and then try to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Write the definitions of finite and infinite sets in their exercise books and list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Arial"/>
              </a:rPr>
              <a:t>Draw two Venn diagrams. In the first, they represent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Can a very large set still be finite? (Yes, if it has an end).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