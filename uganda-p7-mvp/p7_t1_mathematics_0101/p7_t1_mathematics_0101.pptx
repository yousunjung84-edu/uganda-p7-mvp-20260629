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01 Sets (Set Concepts)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How many stones are in my hand?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19" y="3081528"/>
            <a:ext cx="384048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3328415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F3A"/>
                </a:solidFill>
                <a:latin typeface="Arial"/>
              </a:rPr>
              <a:t>FINITE</a:t>
            </a:r>
          </a:p>
        </p:txBody>
      </p:sp>
      <p:sp>
        <p:nvSpPr>
          <p:cNvPr id="15" name="Oval 14"/>
          <p:cNvSpPr/>
          <p:nvPr/>
        </p:nvSpPr>
        <p:spPr>
          <a:xfrm>
            <a:off x="2103120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87168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71215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55263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39311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03120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487168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871215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255263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39311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20240" y="4882896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29400" y="3081528"/>
            <a:ext cx="3840480" cy="2468880"/>
          </a:xfrm>
          <a:prstGeom prst="roundRect">
            <a:avLst/>
          </a:prstGeom>
          <a:solidFill>
            <a:srgbClr val="FFF7E0"/>
          </a:solidFill>
          <a:ln w="1524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3328415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D90000"/>
                </a:solidFill>
                <a:latin typeface="Arial"/>
              </a:rPr>
              <a:t>INFINITE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78040" y="4151376"/>
            <a:ext cx="2468879" cy="0"/>
          </a:xfrm>
          <a:prstGeom prst="line">
            <a:avLst/>
          </a:prstGeom>
          <a:ln w="2540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628632" y="4005072"/>
            <a:ext cx="2560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D90000"/>
                </a:solidFill>
                <a:latin typeface="Arial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882896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distinguish between finite and infinite sets using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Can We Count Everything?, Defining Our Sets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234025" y="5442508"/>
            <a:ext cx="972921" cy="362102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99708" y="5442508"/>
            <a:ext cx="972921" cy="362102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41264" y="5557723"/>
            <a:ext cx="460857" cy="13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8153" y="5557723"/>
            <a:ext cx="460857" cy="13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How many stones are in my hand?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Can We Count Everything?.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Can We Count Everything?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Concrete exploration of countable objects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19" y="3081528"/>
            <a:ext cx="384048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3328415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F3A"/>
                </a:solidFill>
                <a:latin typeface="Arial"/>
              </a:rPr>
              <a:t>FINITE</a:t>
            </a:r>
          </a:p>
        </p:txBody>
      </p:sp>
      <p:sp>
        <p:nvSpPr>
          <p:cNvPr id="15" name="Oval 14"/>
          <p:cNvSpPr/>
          <p:nvPr/>
        </p:nvSpPr>
        <p:spPr>
          <a:xfrm>
            <a:off x="2103120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87168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71215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55263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39311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03120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487168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871215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255263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39311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20240" y="4882896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Practical counting of stones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29400" y="3081528"/>
            <a:ext cx="3840480" cy="2468880"/>
          </a:xfrm>
          <a:prstGeom prst="roundRect">
            <a:avLst/>
          </a:prstGeom>
          <a:solidFill>
            <a:srgbClr val="FFF7E0"/>
          </a:solidFill>
          <a:ln w="1524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3328415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D90000"/>
                </a:solidFill>
                <a:latin typeface="Arial"/>
              </a:rPr>
              <a:t>INFINITE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78040" y="4151376"/>
            <a:ext cx="2468879" cy="0"/>
          </a:xfrm>
          <a:prstGeom prst="line">
            <a:avLst/>
          </a:prstGeom>
          <a:ln w="2540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628632" y="4005072"/>
            <a:ext cx="2560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D90000"/>
                </a:solidFill>
                <a:latin typeface="Arial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882896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Attempting to count grains of sand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Defining Our Sets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19" y="3081528"/>
            <a:ext cx="384048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3328415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F3A"/>
                </a:solidFill>
                <a:latin typeface="Arial"/>
              </a:rPr>
              <a:t>FINITE</a:t>
            </a:r>
          </a:p>
        </p:txBody>
      </p:sp>
      <p:sp>
        <p:nvSpPr>
          <p:cNvPr id="15" name="Oval 14"/>
          <p:cNvSpPr/>
          <p:nvPr/>
        </p:nvSpPr>
        <p:spPr>
          <a:xfrm>
            <a:off x="2103120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87168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71215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55263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39311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03120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487168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871215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255263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39311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20240" y="4882896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Finite Set: Has a countable number of members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29400" y="3081528"/>
            <a:ext cx="3840480" cy="2468880"/>
          </a:xfrm>
          <a:prstGeom prst="roundRect">
            <a:avLst/>
          </a:prstGeom>
          <a:solidFill>
            <a:srgbClr val="FFF7E0"/>
          </a:solidFill>
          <a:ln w="1524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3328415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D90000"/>
                </a:solidFill>
                <a:latin typeface="Arial"/>
              </a:rPr>
              <a:t>INFINITE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78040" y="4151376"/>
            <a:ext cx="2468879" cy="0"/>
          </a:xfrm>
          <a:prstGeom prst="line">
            <a:avLst/>
          </a:prstGeom>
          <a:ln w="2540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628632" y="4005072"/>
            <a:ext cx="2560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D90000"/>
                </a:solidFill>
                <a:latin typeface="Arial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882896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Infinite Set: Has members that go on forever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Can you tell me exactly how many grains are in that pile of sand?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Which count was easier to finish?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is a finite set?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286000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19" y="3081528"/>
            <a:ext cx="384048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3328415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F3A"/>
                </a:solidFill>
                <a:latin typeface="Arial"/>
              </a:rPr>
              <a:t>FINITE</a:t>
            </a:r>
          </a:p>
        </p:txBody>
      </p:sp>
      <p:sp>
        <p:nvSpPr>
          <p:cNvPr id="15" name="Oval 14"/>
          <p:cNvSpPr/>
          <p:nvPr/>
        </p:nvSpPr>
        <p:spPr>
          <a:xfrm>
            <a:off x="2103120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87168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71215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55263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639311" y="3749039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03120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487168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871215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255263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39311" y="4151376"/>
            <a:ext cx="201168" cy="201168"/>
          </a:xfrm>
          <a:prstGeom prst="ellipse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20240" y="4882896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In groups of five, learners count a pile of 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29400" y="3081528"/>
            <a:ext cx="3840480" cy="2468880"/>
          </a:xfrm>
          <a:prstGeom prst="roundRect">
            <a:avLst/>
          </a:prstGeom>
          <a:solidFill>
            <a:srgbClr val="FFF7E0"/>
          </a:solidFill>
          <a:ln w="1524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3328415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D90000"/>
                </a:solidFill>
                <a:latin typeface="Arial"/>
              </a:rPr>
              <a:t>INFINITE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78040" y="4151376"/>
            <a:ext cx="2468879" cy="0"/>
          </a:xfrm>
          <a:prstGeom prst="line">
            <a:avLst/>
          </a:prstGeom>
          <a:ln w="2540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628632" y="4005072"/>
            <a:ext cx="2560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D90000"/>
                </a:solidFill>
                <a:latin typeface="Arial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882896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Write the definitions of finite and infinite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Can a very large set still be finite? (Yes, if it has an end).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