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LESSON START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246888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p7_t1_mathematics_0101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258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A202C"/>
                </a:solidFill>
              </a:rPr>
              <a:t>01 Sets (Set Concepts)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2743200"/>
            <a:ext cx="9921240" cy="2194560"/>
          </a:xfrm>
          <a:prstGeom prst="roundRect">
            <a:avLst/>
          </a:prstGeom>
          <a:solidFill>
            <a:srgbClr val="EFF6FF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08760" y="2999232"/>
            <a:ext cx="9189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</a:rPr>
              <a:t>Mathematics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3611880"/>
            <a:ext cx="9189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500" b="1">
                <a:solidFill>
                  <a:srgbClr val="1A202C"/>
                </a:solidFill>
              </a:rPr>
              <a:t>Big question: How many stones are in my hand?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4617720"/>
            <a:ext cx="9189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5B677D"/>
                </a:solidFill>
              </a:rPr>
              <a:t>Think silently first. Then be ready to explain one idea.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2. MISSION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p7_t1_mathematics_0101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Today's mission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Goal: I can distinguish between finite and infinite sets using practical examples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from their environment.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You will use: Can We Count Everything?, Defining Our Sets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Success: explain, try, and answer in your own words.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3. STARTER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p7_t1_mathematics_0101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Starter: think first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Think: How many stones are in my hand?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Pair: compare your first answer with a partner.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Share: connect your answer to Can We Count Everything?.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4. CONCEPT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p7_t1_mathematics_0101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Can We Count Everything?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Key idea: Concrete exploration of countable objects (stones) vs. uncountable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quantities (sand).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Practical counting of stones.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Attempting to count grains of sand.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Identifying which count can be finished.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5.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p7_t1_mathematics_0101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Defining Our Sets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Watch the example.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Finite Set: Has a countable number of members.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Infinite Set: Has members that go on forever.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Examples from daily life.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Name the step that helped you most.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6.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p7_t1_mathematics_0101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Try it together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Can you tell me exactly how many grains are in that pile of sand?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Which count was easier to finish?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What is a finite set?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Agree on one answer before writing.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7.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p7_t1_mathematics_0101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Activity challenge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Group task: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In groups of five, learners count a pile of 10 bottle caps and then try to count the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06908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18795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23367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18795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number of blades of grass in a small patch of the school compound. They discuss which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489204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01091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05663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01091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one has a definite end.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05840" y="5715000"/>
            <a:ext cx="10149840" cy="62179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234440" y="5833872"/>
            <a:ext cx="347472" cy="347472"/>
          </a:xfrm>
          <a:prstGeom prst="ellipse">
            <a:avLst/>
          </a:prstGeom>
          <a:solidFill>
            <a:srgbClr val="1665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4440" y="587959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833872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Students write the definitions of finite and infinite sets in their...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14400"/>
            <a:ext cx="164592" cy="59436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46888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</a:rPr>
              <a:t>8. EXIT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2468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FFFFF"/>
                </a:solidFill>
              </a:rPr>
              <a:t>p7_t1_mathematics_0101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1A202C"/>
                </a:solidFill>
              </a:rPr>
              <a:t>Exit ticket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1993392"/>
            <a:ext cx="10835640" cy="1005840"/>
          </a:xfrm>
          <a:prstGeom prst="roundRect">
            <a:avLst/>
          </a:prstGeom>
          <a:solidFill>
            <a:srgbClr val="FFFBEB"/>
          </a:solidFill>
          <a:ln w="1524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287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100" b="1">
                <a:solidFill>
                  <a:srgbClr val="1A202C"/>
                </a:solidFill>
              </a:rPr>
              <a:t>Answer: Can a very large set still be finite? (Yes, if it has an end).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5840" y="3246120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234440" y="3364991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410712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3364991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Use one complete sentence.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5840" y="4178808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234440" y="4297680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" y="4343400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4297680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Include one key word: Set, elements, counting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5840" y="5111496"/>
            <a:ext cx="10149840" cy="73152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34440" y="5230368"/>
            <a:ext cx="347472" cy="347472"/>
          </a:xfrm>
          <a:prstGeom prst="ellipse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5276088"/>
            <a:ext cx="3474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5230368"/>
            <a:ext cx="9006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0">
                <a:solidFill>
                  <a:srgbClr val="1A202C"/>
                </a:solidFill>
              </a:rPr>
              <a:t>Hand in or read your answer aloud.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10835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B677D"/>
                </a:solidFill>
              </a:rPr>
              <a:t>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