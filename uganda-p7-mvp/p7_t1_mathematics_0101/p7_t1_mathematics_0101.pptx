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/>
              <a:t>01 Sets (Set Concepts)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Mathematics</a:t>
            </a:r>
          </a:p>
          <a:p>
            <a:pPr algn="ctr"/>
            <a:r>
              <a:rPr sz="2200"/>
              <a:t>By the end of the lesson, learners will be able to distinguish between finite and</a:t>
            </a:r>
          </a:p>
          <a:p>
            <a:pPr algn="ctr"/>
            <a:r>
              <a:rPr sz="2200"/>
              <a:t>infinite sets using practical examples from their environment.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Can We Count Everything?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Practical counting of stones.</a:t>
            </a:r>
          </a:p>
          <a:p>
            <a:pPr>
              <a:spcAft>
                <a:spcPts val="800"/>
              </a:spcAft>
              <a:defRPr sz="2200"/>
            </a:pPr>
            <a:r>
              <a:t>Attempting to count grains of sand.</a:t>
            </a:r>
          </a:p>
          <a:p>
            <a:pPr>
              <a:spcAft>
                <a:spcPts val="800"/>
              </a:spcAft>
              <a:defRPr sz="2200"/>
            </a:pPr>
            <a:r>
              <a:t>Identifying which count can be finished.</a:t>
            </a:r>
          </a:p>
          <a:p>
            <a:pPr>
              <a:spcAft>
                <a:spcPts val="800"/>
              </a:spcAft>
              <a:defRPr sz="2200"/>
            </a:pPr>
            <a:r>
              <a:t>Group activity with local materials.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Defining Our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Finite Set: Has a countable number of members.</a:t>
            </a:r>
          </a:p>
          <a:p>
            <a:pPr>
              <a:spcAft>
                <a:spcPts val="800"/>
              </a:spcAft>
              <a:defRPr sz="2200"/>
            </a:pPr>
            <a:r>
              <a:t>Infinite Set: Has members that go on forever.</a:t>
            </a:r>
          </a:p>
          <a:p>
            <a:pPr>
              <a:spcAft>
                <a:spcPts val="800"/>
              </a:spcAft>
              <a:defRPr sz="2200"/>
            </a:pPr>
            <a:r>
              <a:t>Examples from daily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Drawing Our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Representing finite sets with all members.</a:t>
            </a:r>
          </a:p>
          <a:p>
            <a:pPr>
              <a:spcAft>
                <a:spcPts val="800"/>
              </a:spcAft>
              <a:defRPr sz="2200"/>
            </a:pPr>
            <a:r>
              <a:t>Representing infinite sets with patterns.</a:t>
            </a:r>
          </a:p>
          <a:p>
            <a:pPr>
              <a:spcAft>
                <a:spcPts val="800"/>
              </a:spcAft>
              <a:defRPr sz="2200"/>
            </a:pPr>
            <a:r>
              <a:t>Using circles to group elements.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Mathematical Symbols for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Using curly braces { }.</a:t>
            </a:r>
          </a:p>
          <a:p>
            <a:pPr>
              <a:spcAft>
                <a:spcPts val="800"/>
              </a:spcAft>
              <a:defRPr sz="2200"/>
            </a:pPr>
            <a:r>
              <a:t>The "..." symbol (Ellipses).</a:t>
            </a:r>
          </a:p>
          <a:p>
            <a:pPr>
              <a:spcAft>
                <a:spcPts val="800"/>
              </a:spcAft>
              <a:defRPr sz="2200"/>
            </a:pPr>
            <a:r>
              <a:t>Writing sets of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Test Your Knowledge!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Sorting list of sets.</a:t>
            </a:r>
          </a:p>
          <a:p>
            <a:pPr>
              <a:spcAft>
                <a:spcPts val="800"/>
              </a:spcAft>
              <a:defRPr sz="2200"/>
            </a:pPr>
            <a:r>
              <a:t>Justifying why a set is infinite.</a:t>
            </a:r>
          </a:p>
          <a:p>
            <a:pPr>
              <a:spcAft>
                <a:spcPts val="800"/>
              </a:spcAft>
              <a:defRPr sz="2200"/>
            </a:pPr>
            <a:r>
              <a:t>Real-life Ugandan examples.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