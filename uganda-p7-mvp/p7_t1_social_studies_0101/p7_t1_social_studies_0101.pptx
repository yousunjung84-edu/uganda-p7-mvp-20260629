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024128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1.0 Living Together in Africa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794760" cy="4343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52400" bIns="38100"/>
          <a:lstStyle/>
          <a:p>
            <a:pPr algn="ctr"/>
            <a:r>
              <a:rPr sz="1800" b="1">
                <a:solidFill>
                  <a:srgbClr val="1D4ED8"/>
                </a:solidFill>
                <a:latin typeface="Arial"/>
              </a:rPr>
              <a:t>Social Studies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4383" y="3090672"/>
            <a:ext cx="1592884" cy="113157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00707" y="3291840"/>
            <a:ext cx="551383" cy="301751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43987" y="3694176"/>
            <a:ext cx="459485" cy="2514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64738" y="2990088"/>
            <a:ext cx="551383" cy="452628"/>
          </a:xfrm>
          <a:prstGeom prst="ellipse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74573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Social Studies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50468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Look • wonder • predict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1965960"/>
            <a:ext cx="6355080" cy="3520440"/>
          </a:xfrm>
          <a:prstGeom prst="roundRect">
            <a:avLst/>
          </a:prstGeom>
          <a:solidFill>
            <a:srgbClr val="FFF7E0"/>
          </a:solidFill>
          <a:ln w="2032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67712"/>
            <a:ext cx="5623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Arial"/>
              </a:rPr>
              <a:t>OPENING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2788920"/>
            <a:ext cx="557784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Big question: What is the name of our country?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4315968"/>
            <a:ext cx="5577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First think alone. Then tell a partner one possible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Students will identify the location of Africa in relation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Where is Our Home?, The Seven Continents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34025" y="5409590"/>
            <a:ext cx="1331366" cy="3703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90057" y="5475427"/>
            <a:ext cx="460857" cy="98755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27724" y="5607100"/>
            <a:ext cx="384048" cy="822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62979" y="5376672"/>
            <a:ext cx="460857" cy="14813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is the name of our country?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Where is Our Home?.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Where is Our Home?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28800"/>
            <a:ext cx="3337560" cy="4160520"/>
          </a:xfrm>
          <a:prstGeom prst="roundRect">
            <a:avLst/>
          </a:prstGeom>
          <a:solidFill>
            <a:srgbClr val="FFF7E0"/>
          </a:solidFill>
          <a:ln w="1905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82826" y="2734056"/>
            <a:ext cx="1402689" cy="92583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52574" y="2898648"/>
            <a:ext cx="485546" cy="246888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19045" y="3227832"/>
            <a:ext cx="404622" cy="2057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877616" y="2651760"/>
            <a:ext cx="485546" cy="37033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041648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Social Studies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17720"/>
            <a:ext cx="29077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87490"/>
                </a:solidFill>
                <a:latin typeface="Arial"/>
              </a:rPr>
              <a:t>KEY IDEA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194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Key idea: Connecting personal knowledge of local location to the global context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1874519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1874519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221991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203911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We live in Uganda.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310896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310896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4564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327355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Uganda is a country in East Africa.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434340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0" y="434340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69087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58384" y="450799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Africa is a large continent on the Earth.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The Seven Continents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28800"/>
            <a:ext cx="7360920" cy="4251960"/>
          </a:xfrm>
          <a:prstGeom prst="roundRect">
            <a:avLst/>
          </a:prstGeom>
          <a:solidFill>
            <a:srgbClr val="1F2937"/>
          </a:solidFill>
          <a:ln w="1905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84831"/>
            <a:ext cx="6812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CD116"/>
                </a:solidFill>
                <a:latin typeface="Arial"/>
              </a:rPr>
              <a:t>BOARD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78608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1. THE 7 CONTINENTS (By Size):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54679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2. 1. Asia (Largest)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730752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3. 2. AFRICA (2nd Largest)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1828800"/>
            <a:ext cx="2697480" cy="4251960"/>
          </a:xfrm>
          <a:prstGeom prst="roundRect">
            <a:avLst/>
          </a:prstGeom>
          <a:solidFill>
            <a:srgbClr val="FFF7E0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98533" y="2737713"/>
            <a:ext cx="974750" cy="761238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85985" y="2873044"/>
            <a:ext cx="337413" cy="2029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79634" y="3143707"/>
            <a:ext cx="281177" cy="1691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98303" y="2670048"/>
            <a:ext cx="337413" cy="304495"/>
          </a:xfrm>
          <a:prstGeom prst="ellipse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3767328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Social Studies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4526280"/>
            <a:ext cx="2057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Teacher models first. Learners copy the pattern, then explain the step.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19072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743200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2898648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889504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In which continent is Uganda found?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3264408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822191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8992" y="3977639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968496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Is Africa a country or a continent?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4343400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901183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" y="5056631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19072" y="5047488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How many continents are there in the world?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5422392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989320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the source idea, not guessing.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063240" cy="434340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62709" y="2565806"/>
            <a:ext cx="1212494" cy="7818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95881" y="2704795"/>
            <a:ext cx="419709" cy="208483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5542" y="2982772"/>
            <a:ext cx="349757" cy="17373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681935" y="2496312"/>
            <a:ext cx="419709" cy="312724"/>
          </a:xfrm>
          <a:prstGeom prst="ellipse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63016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Social Studies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B7F3A"/>
                </a:solidFill>
                <a:latin typeface="Arial"/>
              </a:rPr>
              <a:t>GROUP 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5488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Produce one answer the class can check.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828800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1828800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2144268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4" y="1993392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Turn to a partner and discuss if they have ever seen a map of the whole world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2999232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2999232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33147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9784" y="3163824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Look at the wall map and point to each continent as the teacher calls out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169664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4169664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4851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4334256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Arial"/>
              </a:rPr>
              <a:t>Use atlases in groups to list the four water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5413248"/>
            <a:ext cx="6903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5577840"/>
            <a:ext cx="6446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0000"/>
                </a:solidFill>
                <a:latin typeface="Arial"/>
              </a:rPr>
              <a:t>Class share-out: one group explains, one group improves 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Which ocean did you put to the East?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