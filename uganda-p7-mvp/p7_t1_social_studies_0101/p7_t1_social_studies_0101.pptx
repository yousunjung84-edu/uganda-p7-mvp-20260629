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1.0 Living Together in Africa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the name of our country?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Students will identify the location of Africa in relation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Where is Our Home?, The Seven Continents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34025" y="5409590"/>
            <a:ext cx="1331366" cy="3703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90057" y="5475427"/>
            <a:ext cx="460857" cy="98755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27724" y="5607100"/>
            <a:ext cx="384048" cy="822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62979" y="5376672"/>
            <a:ext cx="460857" cy="1481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the name of our country?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Where is Our Home?.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Where is Our Home?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Connecting personal knowledge of 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We live in Uganda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Uganda is a country in East Africa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Africa is a large continent on the Earth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The Seven Continents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THE 7 CONTINENTS (By Size)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1. Asia (Largest)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2. AFRICA (2nd Largest)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In which continent is Uganda found?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Is Africa a country or a continent?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many continents are there in the world?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108960"/>
            <a:ext cx="5715000" cy="260604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3493008"/>
            <a:ext cx="1554480" cy="1737360"/>
          </a:xfrm>
          <a:prstGeom prst="ellipse">
            <a:avLst/>
          </a:prstGeom>
          <a:solidFill>
            <a:srgbClr val="1B7F3A"/>
          </a:solidFill>
          <a:ln w="127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4041648"/>
            <a:ext cx="201168" cy="201168"/>
          </a:xfrm>
          <a:prstGeom prst="ellipse">
            <a:avLst/>
          </a:prstGeom>
          <a:solidFill>
            <a:srgbClr val="FCD116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45736" y="40233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  <a:latin typeface="Arial"/>
              </a:rPr>
              <a:t>Uganda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264408"/>
            <a:ext cx="2084831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3438144"/>
            <a:ext cx="256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43415" y="3675887"/>
            <a:ext cx="0" cy="1078992"/>
          </a:xfrm>
          <a:prstGeom prst="line">
            <a:avLst/>
          </a:prstGeom>
          <a:ln w="317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03919" y="4224528"/>
            <a:ext cx="1069848" cy="0"/>
          </a:xfrm>
          <a:prstGeom prst="line">
            <a:avLst/>
          </a:prstGeom>
          <a:ln w="3175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691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01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Turn to a partner and discuss if they have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39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9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Look at the wall map and point to each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87640" y="5943600"/>
            <a:ext cx="2727960" cy="71323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97368" y="6080760"/>
            <a:ext cx="25085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Use atlases in groups to list the four water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Which ocean did you put to the East?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