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1.0 Living Together in Africa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Social Studies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What is the name of our country?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Students will identify the location of Africa in relation to other continents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and oceans.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Where is Our Home?, The Seven Continents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What is the name of our country?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Where is Our Home?.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Where is Our Home?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Connecting personal knowledge of local location to the global context 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Africa.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We live in Uganda.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Uganda is a country in East Africa.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Africa is a large continent on the Earth.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The Seven Continents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Model the example step by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THE 7 CONTINENTS (By Size):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1. Asia (Largest)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2. AFRICA (2nd Largest)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In which continent is Uganda found?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Is Africa a country or a continent?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How many continents are there in the world?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turn to a partner and discuss if they have ever seen a map of the whole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world and where they think Africa is located.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look at the wall map and point to each continent as the teacher calls out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the names.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 small groups, learners use their Atlases...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p7_t1_social_studies_0101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Which ocean did you put to the East?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