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1.0 Living Together in Africa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Social Studies</a:t>
            </a:r>
          </a:p>
          <a:p>
            <a:pPr algn="ctr"/>
            <a:r>
              <a:rPr sz="2200"/>
              <a:t>Learners will identify the location of Africa in relation to other continents and</a:t>
            </a:r>
          </a:p>
          <a:p>
            <a:pPr algn="ctr"/>
            <a:r>
              <a:rPr sz="2200"/>
              <a:t>oceans.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Learning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Learners will identify the location of Africa in relation to other continents and</a:t>
            </a:r>
          </a:p>
          <a:p>
            <a:pPr>
              <a:spcAft>
                <a:spcPts val="800"/>
              </a:spcAft>
              <a:defRPr sz="2200"/>
            </a:pPr>
            <a:r>
              <a:t>oceans.</a:t>
            </a:r>
          </a:p>
          <a:p>
            <a:pPr>
              <a:spcAft>
                <a:spcPts val="800"/>
              </a:spcAft>
              <a:defRPr sz="2200"/>
            </a:pPr>
            <a:r>
              <a:t>Key words: N/A (Social Studies)</a:t>
            </a:r>
          </a:p>
          <a:p>
            <a:pPr>
              <a:spcAft>
                <a:spcPts val="800"/>
              </a:spcAft>
              <a:defRPr sz="2200"/>
            </a:pPr>
            <a:r>
              <a:t>Lesson focus: 1.0 Living Together in Africa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Where is Our Home?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We live in Uganda.</a:t>
            </a:r>
          </a:p>
          <a:p>
            <a:pPr>
              <a:spcAft>
                <a:spcPts val="800"/>
              </a:spcAft>
              <a:defRPr sz="2200"/>
            </a:pPr>
            <a:r>
              <a:t>Uganda is a country in East Africa.</a:t>
            </a:r>
          </a:p>
          <a:p>
            <a:pPr>
              <a:spcAft>
                <a:spcPts val="800"/>
              </a:spcAft>
              <a:defRPr sz="2200"/>
            </a:pPr>
            <a:r>
              <a:t>Africa is a large continent on the Earth.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The Seven Continents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There are 7 continents in the world.</a:t>
            </a:r>
          </a:p>
          <a:p>
            <a:pPr>
              <a:spcAft>
                <a:spcPts val="800"/>
              </a:spcAft>
              <a:defRPr sz="2200"/>
            </a:pPr>
            <a:r>
              <a:t>Asia is the largest.</a:t>
            </a:r>
          </a:p>
          <a:p>
            <a:pPr>
              <a:spcAft>
                <a:spcPts val="800"/>
              </a:spcAft>
              <a:defRPr sz="2200"/>
            </a:pPr>
            <a:r>
              <a:t>Africa is the second-largest continent.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Africa’s Water Neighbors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West: Atlantic Ocean.</a:t>
            </a:r>
          </a:p>
          <a:p>
            <a:pPr>
              <a:spcAft>
                <a:spcPts val="800"/>
              </a:spcAft>
              <a:defRPr sz="2200"/>
            </a:pPr>
            <a:r>
              <a:t>East: Indian Ocean and Red Sea.</a:t>
            </a:r>
          </a:p>
          <a:p>
            <a:pPr>
              <a:spcAft>
                <a:spcPts val="800"/>
              </a:spcAft>
              <a:defRPr sz="2200"/>
            </a:pPr>
            <a:r>
              <a:t>North: Mediterranean Sea.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Africa's Position in the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Europe is North of Africa.</a:t>
            </a:r>
          </a:p>
          <a:p>
            <a:pPr>
              <a:spcAft>
                <a:spcPts val="800"/>
              </a:spcAft>
              <a:defRPr sz="2200"/>
            </a:pPr>
            <a:r>
              <a:t>Asia is Northeast of Africa.</a:t>
            </a:r>
          </a:p>
          <a:p>
            <a:pPr>
              <a:spcAft>
                <a:spcPts val="800"/>
              </a:spcAft>
              <a:defRPr sz="2200"/>
            </a:pPr>
            <a:r>
              <a:t>South America is West of Africa.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Mapping the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Accuracy in labeling is key.</a:t>
            </a:r>
          </a:p>
          <a:p>
            <a:pPr>
              <a:spcAft>
                <a:spcPts val="800"/>
              </a:spcAft>
              <a:defRPr sz="2200"/>
            </a:pPr>
            <a:r>
              <a:t>Continents are major land masses.</a:t>
            </a:r>
          </a:p>
          <a:p>
            <a:pPr>
              <a:spcAft>
                <a:spcPts val="800"/>
              </a:spcAft>
              <a:defRPr sz="2200"/>
            </a:pPr>
            <a:r>
              <a:t>Oceans are major water bodies.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Check your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In which continent is Uganda found?</a:t>
            </a:r>
          </a:p>
          <a:p>
            <a:pPr>
              <a:spcAft>
                <a:spcPts val="800"/>
              </a:spcAft>
              <a:defRPr sz="2200"/>
            </a:pPr>
            <a:r>
              <a:t>Is Africa a country or a continent?</a:t>
            </a:r>
          </a:p>
          <a:p>
            <a:pPr>
              <a:spcAft>
                <a:spcPts val="800"/>
              </a:spcAft>
              <a:defRPr sz="2200"/>
            </a:pPr>
            <a:r>
              <a:t>How many continents are there in the world?</a:t>
            </a:r>
          </a:p>
          <a:p>
            <a:pPr>
              <a:spcAft>
                <a:spcPts val="800"/>
              </a:spcAft>
              <a:defRPr sz="2200"/>
            </a:pPr>
            <a:r>
              <a:t>Which is the largest continent?</a:t>
            </a:r>
          </a:p>
          <a:p>
            <a:pPr>
              <a:spcAft>
                <a:spcPts val="800"/>
              </a:spcAft>
              <a:defRPr sz="2200"/>
            </a:pPr>
            <a:r>
              <a:t>Write one answer clearly in your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