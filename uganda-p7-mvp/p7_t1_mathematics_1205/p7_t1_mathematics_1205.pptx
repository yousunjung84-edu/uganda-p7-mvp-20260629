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4.0 Patterns and Sequences (Final Review)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Mathematics</a:t>
            </a:r>
          </a:p>
        </p:txBody>
      </p:sp>
      <p:sp>
        <p:nvSpPr>
          <p:cNvPr id="12" name="Oval 11"/>
          <p:cNvSpPr/>
          <p:nvPr/>
        </p:nvSpPr>
        <p:spPr>
          <a:xfrm>
            <a:off x="1694383" y="3191256"/>
            <a:ext cx="1164031" cy="1106424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90825" y="3191256"/>
            <a:ext cx="1164031" cy="1106424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61972" y="3543300"/>
            <a:ext cx="55138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9679" y="3543300"/>
            <a:ext cx="551383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What is a subset?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apply all Term 1 math ideas (Sets, Whole Numbers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Setting Up Our Math Market, Mapping the Market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234025" y="5442508"/>
            <a:ext cx="972921" cy="362102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99708" y="5442508"/>
            <a:ext cx="972921" cy="362102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1264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8153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a subset?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Setting Up Our Math Market.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Setting Up Our Math 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82826" y="2816352"/>
            <a:ext cx="1025042" cy="905256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4171" y="2816352"/>
            <a:ext cx="1025042" cy="905256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6524" y="3104388"/>
            <a:ext cx="48554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18" y="3104388"/>
            <a:ext cx="485546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Concrete Stage: Organizing market items into sets and subsets using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Use stones to represent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Group local items into Sets.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Identify subsets within the market.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Mapping the Market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Draw a Venn diagram of the inventory.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Create a price sequence for items.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Identify the rule of the sequence.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98533" y="2805379"/>
            <a:ext cx="712317" cy="744321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85908" y="2805379"/>
            <a:ext cx="712317" cy="744321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3476" y="3042208"/>
            <a:ext cx="337413" cy="2706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8341" y="3042208"/>
            <a:ext cx="337413" cy="2706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How many items are in our Universal Set?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Can an item belong to two sets at once?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Where do we put items that are both cheap and useful?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62709" y="2635300"/>
            <a:ext cx="886053" cy="764438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68956" y="2635300"/>
            <a:ext cx="886053" cy="764438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2515" y="2878531"/>
            <a:ext cx="419709" cy="277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5397" y="2878531"/>
            <a:ext cx="419709" cy="2779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Mathematics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Work in groups of five to sort physical objects (stones, sticks, bottles) into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Draw Venn diagrams on paper to represent their sorted sets and write out numerical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Individual learners solve multi-digit multiplication and addition problems based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does math help a market seller in Uganda?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