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UGANDA P7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0700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Arial"/>
              </a:rPr>
              <a:t>4.0 Patterns and Sequences (Final Review)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423160"/>
            <a:ext cx="992124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743200"/>
            <a:ext cx="9281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D4ED8"/>
                </a:solidFill>
                <a:latin typeface="Arial"/>
              </a:rPr>
              <a:t>Mathematics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55848"/>
            <a:ext cx="8915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Arial"/>
              </a:rPr>
              <a:t>Big question: What is a subset?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074920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rial"/>
              </a:rPr>
              <a:t>Think silently → pair talk → share one idea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Goal: I can apply all Term 1 math ideas (Sets, Whole Numbers...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You will use: Setting Up Our Math Market, Mapping the Market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Success: explain, try, and answer in your own words.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Think: What is a subset?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Pair: compare your first answer with a partner.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Share: connect your answer to Setting Up Our Math Market.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Setting Up Our Math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Key idea: Concrete Stage: Organizing market items into sets and s...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Use stones to represent customers.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Group local items into Sets.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Identify subsets within the market.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Mapping the Market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Watch the example.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Draw a Venn diagram of the inventory.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Create a price sequence for items.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Identify the rule of the sequence.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How many items are in our Universal Set?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Can an item belong to two sets at once?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Where do we put items that are both cheap and useful?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Agree on one answer before writing.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Group task: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Students work in groups of five to sort physical objects (stones...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Students draw Venn diagrams on paper to represent their sorted se...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Individual learners solve multi-digit multiplication and addition...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p7_t1_mathematics_1205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Answer: How does math help a market seller in Uganda?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Use one complete sentence.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Hand in or read your answer aloud.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