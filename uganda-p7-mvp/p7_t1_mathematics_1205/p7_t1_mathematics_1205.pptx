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97280"/>
            <a:ext cx="1069848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400" b="1"/>
              <a:t>Mathematics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63040" y="2743200"/>
            <a:ext cx="932688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/>
              <a:t>Mathematics</a:t>
            </a:r>
          </a:p>
          <a:p>
            <a:pPr algn="ctr"/>
            <a:r>
              <a:rPr sz="2200"/>
              <a:t>Review the lesson focus.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