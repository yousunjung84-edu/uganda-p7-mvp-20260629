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987552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4.0 Patterns and Sequences (Final Review)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D4ED8"/>
                </a:solidFill>
                <a:latin typeface="Arial"/>
              </a:rPr>
              <a:t>OPENING VISUAL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What is a subset?</a:t>
            </a:r>
          </a:p>
        </p:txBody>
      </p:sp>
      <p:sp>
        <p:nvSpPr>
          <p:cNvPr id="13" name="Oval 12"/>
          <p:cNvSpPr/>
          <p:nvPr/>
        </p:nvSpPr>
        <p:spPr>
          <a:xfrm>
            <a:off x="3520440" y="3264408"/>
            <a:ext cx="2331720" cy="1965960"/>
          </a:xfrm>
          <a:prstGeom prst="ellipse">
            <a:avLst/>
          </a:prstGeom>
          <a:solidFill>
            <a:srgbClr val="EEF2FF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94959" y="3264408"/>
            <a:ext cx="2331720" cy="196596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71800" y="3017520"/>
            <a:ext cx="5623560" cy="245059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3995928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Arial"/>
              </a:rPr>
              <a:t>Think alone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995928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0000"/>
                </a:solidFill>
                <a:latin typeface="Arial"/>
              </a:rPr>
              <a:t>Pair talk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4608576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Share one idea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apply all Term 1 math ideas (Sets, Whole Numbers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Setting Up Our Math Market, Mapping the Market 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Oval 27"/>
          <p:cNvSpPr/>
          <p:nvPr/>
        </p:nvSpPr>
        <p:spPr>
          <a:xfrm>
            <a:off x="5234025" y="5442508"/>
            <a:ext cx="972921" cy="362102"/>
          </a:xfrm>
          <a:prstGeom prst="ellipse">
            <a:avLst/>
          </a:prstGeom>
          <a:solidFill>
            <a:srgbClr val="EEF2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899708" y="5442508"/>
            <a:ext cx="972921" cy="362102"/>
          </a:xfrm>
          <a:prstGeom prst="ellipse">
            <a:avLst/>
          </a:prstGeom>
          <a:solidFill>
            <a:srgbClr val="FAF5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41264" y="5557723"/>
            <a:ext cx="460857" cy="13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8153" y="5557723"/>
            <a:ext cx="460857" cy="13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0000"/>
                </a:solidFill>
                <a:latin typeface="Arial"/>
              </a:rPr>
              <a:t>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What is a subset?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Setting Up Our Math Market.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Setting Up Our Math Market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087490"/>
                </a:solidFill>
                <a:latin typeface="Arial"/>
              </a:rPr>
              <a:t>CONTENT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Concrete Stage: Organizing market items into</a:t>
            </a:r>
          </a:p>
        </p:txBody>
      </p:sp>
      <p:sp>
        <p:nvSpPr>
          <p:cNvPr id="13" name="Oval 12"/>
          <p:cNvSpPr/>
          <p:nvPr/>
        </p:nvSpPr>
        <p:spPr>
          <a:xfrm>
            <a:off x="3520440" y="3264408"/>
            <a:ext cx="2331720" cy="1965960"/>
          </a:xfrm>
          <a:prstGeom prst="ellipse">
            <a:avLst/>
          </a:prstGeom>
          <a:solidFill>
            <a:srgbClr val="EEF2FF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94959" y="3264408"/>
            <a:ext cx="2331720" cy="196596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71800" y="3017520"/>
            <a:ext cx="5623560" cy="245059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3995928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Arial"/>
              </a:rPr>
              <a:t>Use stones to represent customers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995928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0000"/>
                </a:solidFill>
                <a:latin typeface="Arial"/>
              </a:rPr>
              <a:t>Group local items into Sets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4608576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Identify subsets within the market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Mapping the Market Data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D97706"/>
                </a:solidFill>
                <a:latin typeface="Arial"/>
              </a:rPr>
              <a:t>MODEL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Worked example</a:t>
            </a:r>
          </a:p>
        </p:txBody>
      </p:sp>
      <p:sp>
        <p:nvSpPr>
          <p:cNvPr id="13" name="Oval 12"/>
          <p:cNvSpPr/>
          <p:nvPr/>
        </p:nvSpPr>
        <p:spPr>
          <a:xfrm>
            <a:off x="3520440" y="3264408"/>
            <a:ext cx="2331720" cy="1965960"/>
          </a:xfrm>
          <a:prstGeom prst="ellipse">
            <a:avLst/>
          </a:prstGeom>
          <a:solidFill>
            <a:srgbClr val="EEF2FF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94959" y="3264408"/>
            <a:ext cx="2331720" cy="196596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71800" y="3017520"/>
            <a:ext cx="5623560" cy="245059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3995928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Arial"/>
              </a:rPr>
              <a:t>Draw a Venn diagram of the inventory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995928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0000"/>
                </a:solidFill>
                <a:latin typeface="Arial"/>
              </a:rPr>
              <a:t>Create a price sequence for items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4608576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Identify the rule of the sequence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1975104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E123C"/>
                </a:solidFill>
                <a:latin typeface="Arial"/>
              </a:rPr>
              <a:t>PRACTICE 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30428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6424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5064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How many items are in our Universal Set?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14215" y="4251960"/>
            <a:ext cx="402337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16552" y="3401568"/>
            <a:ext cx="3063240" cy="169164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62856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Can an item belong to two sets at once?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472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70648" y="4251960"/>
            <a:ext cx="402335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872983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9288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Where do we put items that are both cheap and useful?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75904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5904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907024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evidence from the lesson, not guessing.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B7F3A"/>
                </a:solidFill>
                <a:latin typeface="Arial"/>
              </a:rPr>
              <a:t>GROUP INFOGRAPHIC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Challenge</a:t>
            </a:r>
          </a:p>
        </p:txBody>
      </p:sp>
      <p:sp>
        <p:nvSpPr>
          <p:cNvPr id="13" name="Oval 12"/>
          <p:cNvSpPr/>
          <p:nvPr/>
        </p:nvSpPr>
        <p:spPr>
          <a:xfrm>
            <a:off x="3520440" y="3264408"/>
            <a:ext cx="2331720" cy="1965960"/>
          </a:xfrm>
          <a:prstGeom prst="ellipse">
            <a:avLst/>
          </a:prstGeom>
          <a:solidFill>
            <a:srgbClr val="EEF2FF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94959" y="3264408"/>
            <a:ext cx="2331720" cy="196596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71800" y="3017520"/>
            <a:ext cx="5623560" cy="245059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3995928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Arial"/>
              </a:rPr>
              <a:t>Work in groups of five to sort physical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995928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0000"/>
                </a:solidFill>
                <a:latin typeface="Arial"/>
              </a:rPr>
              <a:t>Draw Venn diagrams on paper to represent their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4608576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Individual learners solve multi-digit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03320" y="5650992"/>
            <a:ext cx="5440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5769864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0000"/>
                </a:solidFill>
                <a:latin typeface="Arial"/>
              </a:rPr>
              <a:t>Share-out: explain one result, then improve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How does math help a market seller in Uganda?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