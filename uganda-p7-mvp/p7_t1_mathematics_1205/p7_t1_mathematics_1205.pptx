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4.0 Patterns and Sequences (Final Review)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Mathematics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What is a subset?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apply all Term 1 mathematical concepts (Sets, Whole Numbers, Operations,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Patterns) to complete a comprehensive "Math Mastery Project" simulating a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market scenario.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Setting Up Our Math Market, Mapping the Market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What is a subset?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Setting Up Our Math Market.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Setting Up Our Math Market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Concrete Stage: Organizing market items into sets and subsets using stones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and sticks.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stones to represent customers.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Group local items into Sets.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Identify subsets within the market.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Mapping the Market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Watch the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Draw a Venn diagram of the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Create a price sequence for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Identify the rule of the sequence.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Name the step that helped you most.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How many items are in our Universal Set?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Can an item belong to two sets at once?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Where do we put items that are both cheap and useful?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work in groups of five to sort physical objects (stones, sticks, bottles)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into specific sets and subsets on their desks or the floor to represent market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inventory.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draw Venn diagrams on paper to represent their sorted sets and write 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numerical sequences representing the increasing cost of multiple...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p7_t1_mathematics_1205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How does math help a market seller in Uganda?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