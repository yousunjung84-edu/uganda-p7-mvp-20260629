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4.0 Patterns and Sequences (Final Review)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What is a subset?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5001768"/>
            <a:ext cx="9006840" cy="219456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2024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3355848"/>
            <a:ext cx="1874519" cy="25603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6654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3355848"/>
            <a:ext cx="1874519" cy="25603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826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79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79" y="3355848"/>
            <a:ext cx="1874519" cy="2560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355848"/>
            <a:ext cx="1874519" cy="25603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prices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91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1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9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9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87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7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apply all Term 1 math ideas (Sets, Whole Numbers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Setting Up Our Math Market, Mapping the Market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234025" y="5442508"/>
            <a:ext cx="972921" cy="362102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99708" y="5442508"/>
            <a:ext cx="972921" cy="362102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41264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8153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a subset?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Setting Up Our Math Market.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Setting Up Our Math 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Concrete Stage: Organizing market items into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5001768"/>
            <a:ext cx="9006840" cy="219456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2024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3355848"/>
            <a:ext cx="1874519" cy="25603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6654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Use stones to represent customers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3355848"/>
            <a:ext cx="1874519" cy="25603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826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Group local items into 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79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79" y="3355848"/>
            <a:ext cx="1874519" cy="2560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Identify subsets within the market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355848"/>
            <a:ext cx="1874519" cy="25603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prices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91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1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Use stones to represent customers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9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9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Group local items into Sets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87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7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Identify subsets within the 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Mapping the Market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5001768"/>
            <a:ext cx="9006840" cy="219456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2024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3355848"/>
            <a:ext cx="1874519" cy="25603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6654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Draw a Venn diagram of the inventory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3355848"/>
            <a:ext cx="1874519" cy="25603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826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Create a price sequence for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79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79" y="3355848"/>
            <a:ext cx="1874519" cy="2560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Identify the rule of the sequence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355848"/>
            <a:ext cx="1874519" cy="25603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prices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91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1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Draw a Venn diagram of the 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9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9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Create a price sequence for items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87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7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Identify the rule of the sequence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many items are in our Universal Set?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Can an item belong to two sets at once?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Where do we put items that are both cheap and useful?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5001768"/>
            <a:ext cx="9006840" cy="219456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2024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3355848"/>
            <a:ext cx="1874519" cy="25603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6654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Work in groups of five to sort physical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3355848"/>
            <a:ext cx="1874519" cy="25603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826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Draw Venn diagrams on paper to represent their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79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79" y="3355848"/>
            <a:ext cx="1874519" cy="2560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Individual learners solve multi-digit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355848"/>
            <a:ext cx="1874519" cy="1691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355848"/>
            <a:ext cx="1874519" cy="25603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3995928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prices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91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1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Work in groups of five to sort physical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9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9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Draw Venn diagrams on paper to represent their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87640" y="576072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7368" y="589788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Individual learners solve multi-digit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does math help a market seller in Uganda?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