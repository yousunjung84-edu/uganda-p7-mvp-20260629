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LESSON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46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202C"/>
                </a:solidFill>
              </a:rPr>
              <a:t>The Human Body: Muscular-Skeletal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743200"/>
            <a:ext cx="9921240" cy="2194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999232"/>
            <a:ext cx="9189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Integrated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11880"/>
            <a:ext cx="9189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A202C"/>
                </a:solidFill>
              </a:rPr>
              <a:t>Big question: What do you feel when you touch your shin?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617720"/>
            <a:ext cx="918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77D"/>
                </a:solidFill>
              </a:rPr>
              <a:t>Think silently first. Then be ready to explain one idea.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2.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Today's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Goal: I can identify and name the main components of the human muscular-skeletal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system (bones, muscles, and joints).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8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You will use: Why Do We Have a Shape?, Exploring the Skeleton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111496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5230368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7608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Success: explain, try, and answer in your own words.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3.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Starter: think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Think: What do you feel when you touch your shin?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Pair: compare your first answer with a partner.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8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Share: connect your answer to Why Do We Have a Shape?.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4.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Why Do We Have a Shape?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Key idea: Prior knowledge activation: Discussing why the body has a firm shape 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how it moves.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187952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2336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8795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The body has a firm framework.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89204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5010912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05663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1091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This framework allows us to stand and move.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71500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34440" y="5833872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87959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83387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Without it, we would be like a heap of cloth.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5.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Exploring the Skeleton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Model the example step by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THE SKELETON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8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A framework of bones in the body.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6.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Try it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Why can't a piece of cloth stand up on its own?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What is the name of the bone protecting the brain?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8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Where are the longest bones found in the skeleton?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111496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5230368"/>
            <a:ext cx="347472" cy="347472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7608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Agree on one answer before writing.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7.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Activity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Group task: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Students touch various parts of their bodies (head, arm, ribs) to identify hard 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187952"/>
            <a:ext cx="347472" cy="34747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2336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8795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soft parts through self-exploration for 5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89204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5010912"/>
            <a:ext cx="347472" cy="34747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05663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1091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In groups of five, learners observe the skeleton wall chart and point out the skull,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71500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34440" y="5833872"/>
            <a:ext cx="347472" cy="34747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87959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83387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ribs, and limb bones.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6537960"/>
            <a:ext cx="1014984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34440" y="6656832"/>
            <a:ext cx="347472" cy="34747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670255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665683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Students write the definitions of bones, muscles, and joints in...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8.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p7_t1_integrated_science_0101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02C"/>
                </a:solidFill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83564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02C"/>
                </a:solidFill>
              </a:rPr>
              <a:t>Answer: Is the heart part of the muscular-skeletal system?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364991"/>
            <a:ext cx="347472" cy="347472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64991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Use one complete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8"/>
            <a:ext cx="10149840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202C"/>
                </a:solidFill>
              </a:rPr>
              <a:t>Hand in or read your answer aloud.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10835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D"/>
                </a:solidFill>
              </a:rPr>
              <a:t>Listen • Talk • Try • Explain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