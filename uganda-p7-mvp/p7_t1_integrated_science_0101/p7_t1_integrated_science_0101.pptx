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The Human Body: Muscular-Skeletal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Integrated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What do you feel when you touch your shin?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identify and name the main components of the huma...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Why Do We Have a Shape?, Exploring the Skeleton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What do you feel when you touch your shin?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Why Do We Have a Shape?.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Why Do We Have a Shape?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Prior knowledge activation: Discussing why the body has...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The body has a firm framework.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This framework allows us to stand and move.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Without it, we would be like a heap of cloth.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Exploring the Skeleton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Model the example step by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THE SKELETON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 framework of bones in the body.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Why can't a piece of cloth stand up on its own?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What is the name of the bone protecting the brain?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Where are the longest bones found in the skeleton?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touch various parts of their bodies (head, arm, ribs) to...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 groups of five, learners observe the skeleton wall chart and p...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write the definitions of bones, muscles, and joints in t...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Is the heart part of the muscular-skeletal system?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