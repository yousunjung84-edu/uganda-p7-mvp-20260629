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The Human Body: Muscular-Skeletal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Integrated Science</a:t>
            </a:r>
          </a:p>
          <a:p>
            <a:pPr algn="ctr"/>
            <a:r>
              <a:rPr sz="2200"/>
              <a:t>By the end of the lesson, learners will be able to identify and name the main</a:t>
            </a:r>
          </a:p>
          <a:p>
            <a:pPr algn="ctr"/>
            <a:r>
              <a:rPr sz="2200"/>
              <a:t>components of the human muscular-skeletal system (bones, muscles, and joints).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By the end of the lesson, learners will be able to identify and name the main</a:t>
            </a:r>
          </a:p>
          <a:p>
            <a:pPr>
              <a:spcAft>
                <a:spcPts val="800"/>
              </a:spcAft>
              <a:defRPr sz="2200"/>
            </a:pPr>
            <a:r>
              <a:t>components of the human muscular-skeletal system (bones, muscles, and joints).</a:t>
            </a:r>
          </a:p>
          <a:p>
            <a:pPr>
              <a:spcAft>
                <a:spcPts val="800"/>
              </a:spcAft>
              <a:defRPr sz="2200"/>
            </a:pPr>
            <a:r>
              <a:t>Key words: N/A (Science Subject)</a:t>
            </a:r>
          </a:p>
          <a:p>
            <a:pPr>
              <a:spcAft>
                <a:spcPts val="800"/>
              </a:spcAft>
              <a:defRPr sz="2200"/>
            </a:pPr>
            <a:r>
              <a:t>Lesson focus: The Human Body: Muscular-Skeletal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Why Do We Have a Shape?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body has a firm framework.</a:t>
            </a:r>
          </a:p>
          <a:p>
            <a:pPr>
              <a:spcAft>
                <a:spcPts val="800"/>
              </a:spcAft>
              <a:defRPr sz="2200"/>
            </a:pPr>
            <a:r>
              <a:t>This framework allows us to stand and move.</a:t>
            </a:r>
          </a:p>
          <a:p>
            <a:pPr>
              <a:spcAft>
                <a:spcPts val="800"/>
              </a:spcAft>
              <a:defRPr sz="2200"/>
            </a:pPr>
            <a:r>
              <a:t>Without it, we would be like a heap of cloth.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Exploring the Skeleton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skeleton is the bony framework of the body.</a:t>
            </a:r>
          </a:p>
          <a:p>
            <a:pPr>
              <a:spcAft>
                <a:spcPts val="800"/>
              </a:spcAft>
              <a:defRPr sz="2200"/>
            </a:pPr>
            <a:r>
              <a:t>It is made of many bones of different shapes.</a:t>
            </a:r>
          </a:p>
          <a:p>
            <a:pPr>
              <a:spcAft>
                <a:spcPts val="800"/>
              </a:spcAft>
              <a:defRPr sz="2200"/>
            </a:pPr>
            <a:r>
              <a:t>It supports the whole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Components of 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Bones: The hard framework.</a:t>
            </a:r>
          </a:p>
          <a:p>
            <a:pPr>
              <a:spcAft>
                <a:spcPts val="800"/>
              </a:spcAft>
              <a:defRPr sz="2200"/>
            </a:pPr>
            <a:r>
              <a:t>Muscles: The soft tissues that pull bones.</a:t>
            </a:r>
          </a:p>
          <a:p>
            <a:pPr>
              <a:spcAft>
                <a:spcPts val="800"/>
              </a:spcAft>
              <a:defRPr sz="2200"/>
            </a:pPr>
            <a:r>
              <a:t>Joints: The places where two or more bones meet.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How They Work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Muscles are attached to bones.</a:t>
            </a:r>
          </a:p>
          <a:p>
            <a:pPr>
              <a:spcAft>
                <a:spcPts val="800"/>
              </a:spcAft>
              <a:defRPr sz="2200"/>
            </a:pPr>
            <a:r>
              <a:t>Muscles contract (shorten) to pull bones.</a:t>
            </a:r>
          </a:p>
          <a:p>
            <a:pPr>
              <a:spcAft>
                <a:spcPts val="800"/>
              </a:spcAft>
              <a:defRPr sz="2200"/>
            </a:pPr>
            <a:r>
              <a:t>Joints allow the bones to swing or rotate.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Reviewing Our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system is called the Muscular-Skeletal System.</a:t>
            </a:r>
          </a:p>
          <a:p>
            <a:pPr>
              <a:spcAft>
                <a:spcPts val="800"/>
              </a:spcAft>
              <a:defRPr sz="2200"/>
            </a:pPr>
            <a:r>
              <a:t>Main parts: Bones, Muscles, Joints.</a:t>
            </a:r>
          </a:p>
          <a:p>
            <a:pPr>
              <a:spcAft>
                <a:spcPts val="800"/>
              </a:spcAft>
              <a:defRPr sz="2200"/>
            </a:pPr>
            <a:r>
              <a:t>Function: Support, Protection, and Movement.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Why can't a piece of cloth stand up on its own?</a:t>
            </a:r>
          </a:p>
          <a:p>
            <a:pPr>
              <a:spcAft>
                <a:spcPts val="800"/>
              </a:spcAft>
              <a:defRPr sz="2200"/>
            </a:pPr>
            <a:r>
              <a:t>What is the name of the bone protecting the brain?</a:t>
            </a:r>
          </a:p>
          <a:p>
            <a:pPr>
              <a:spcAft>
                <a:spcPts val="800"/>
              </a:spcAft>
              <a:defRPr sz="2200"/>
            </a:pPr>
            <a:r>
              <a:t>Where are the longest bones found in the skeleton?</a:t>
            </a:r>
          </a:p>
          <a:p>
            <a:pPr>
              <a:spcAft>
                <a:spcPts val="800"/>
              </a:spcAft>
              <a:defRPr sz="2200"/>
            </a:pPr>
            <a:r>
              <a:t>What is a joint?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