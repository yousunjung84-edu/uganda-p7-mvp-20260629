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/>
              <a:t>Christians and the Holy Spirit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Christian Religious Education</a:t>
            </a:r>
          </a:p>
          <a:p>
            <a:pPr algn="ctr"/>
            <a:r>
              <a:rPr sz="2200"/>
              <a:t>By the end of the lesson, learners will be able to synthesize key concepts from Term</a:t>
            </a:r>
          </a:p>
          <a:p>
            <a:pPr algn="ctr"/>
            <a:r>
              <a:rPr sz="2200"/>
              <a:t>1 by creating a "Heroes of Faith" scrapbook highlighting Biblical figures, African</a:t>
            </a:r>
          </a:p>
          <a:p>
            <a:pPr algn="ctr"/>
            <a:r>
              <a:rPr sz="2200"/>
              <a:t>ancestors, and modern organizations.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Learning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By the end of the lesson, learners will be able to synthesize key concepts from Term</a:t>
            </a:r>
          </a:p>
          <a:p>
            <a:pPr>
              <a:spcAft>
                <a:spcPts val="800"/>
              </a:spcAft>
              <a:defRPr sz="2200"/>
            </a:pPr>
            <a:r>
              <a:t>1 by creating a "Heroes of Faith" scrapbook highlighting Biblical figures, African</a:t>
            </a:r>
          </a:p>
          <a:p>
            <a:pPr>
              <a:spcAft>
                <a:spcPts val="800"/>
              </a:spcAft>
              <a:defRPr sz="2200"/>
            </a:pPr>
            <a:r>
              <a:t>ancestors, and modern organizations.</a:t>
            </a:r>
          </a:p>
          <a:p>
            <a:pPr>
              <a:spcAft>
                <a:spcPts val="800"/>
              </a:spcAft>
              <a:defRPr sz="2200"/>
            </a:pPr>
            <a:r>
              <a:t>Key words: Review of key terminology: salvation, reconciliation, ancestors,</a:t>
            </a:r>
          </a:p>
          <a:p>
            <a:pPr>
              <a:spcAft>
                <a:spcPts val="800"/>
              </a:spcAft>
              <a:defRPr sz="2200"/>
            </a:pPr>
            <a:r>
              <a:t>international relief, Holy Spirit.</a:t>
            </a:r>
          </a:p>
          <a:p>
            <a:pPr>
              <a:spcAft>
                <a:spcPts val="800"/>
              </a:spcAft>
              <a:defRPr sz="2200"/>
            </a:pPr>
            <a:r>
              <a:t>Lesson focus: Christians and the Holy Spirit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Who are our Heroes of Faith?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Reviewing Topic 1: Biblical Heroes.</a:t>
            </a:r>
          </a:p>
          <a:p>
            <a:pPr>
              <a:spcAft>
                <a:spcPts val="800"/>
              </a:spcAft>
              <a:defRPr sz="2200"/>
            </a:pPr>
            <a:r>
              <a:t>Reviewing Topic 2: Ancestors and Reconciliation.</a:t>
            </a:r>
          </a:p>
          <a:p>
            <a:pPr>
              <a:spcAft>
                <a:spcPts val="800"/>
              </a:spcAft>
              <a:defRPr sz="2200"/>
            </a:pPr>
            <a:r>
              <a:t>Reviewing Topic 3: Global Organizations of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Planning Our Scrapbook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Dividing the scrapbook into three sections.</a:t>
            </a:r>
          </a:p>
          <a:p>
            <a:pPr>
              <a:spcAft>
                <a:spcPts val="800"/>
              </a:spcAft>
              <a:defRPr sz="2200"/>
            </a:pPr>
            <a:r>
              <a:t>Choosing titles for each page.</a:t>
            </a:r>
          </a:p>
          <a:p>
            <a:pPr>
              <a:spcAft>
                <a:spcPts val="800"/>
              </a:spcAft>
              <a:defRPr sz="2200"/>
            </a:pPr>
            <a:r>
              <a:t>Preparing local materials (banana fibers, cards).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Drawing Our Faith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Illustrating the Creation story or Jesus’ service.</a:t>
            </a:r>
          </a:p>
          <a:p>
            <a:pPr>
              <a:spcAft>
                <a:spcPts val="800"/>
              </a:spcAft>
              <a:defRPr sz="2200"/>
            </a:pPr>
            <a:r>
              <a:t>Writing about an ancestor who promoted peace.</a:t>
            </a:r>
          </a:p>
          <a:p>
            <a:pPr>
              <a:spcAft>
                <a:spcPts val="800"/>
              </a:spcAft>
              <a:defRPr sz="2200"/>
            </a:pPr>
            <a:r>
              <a:t>Highlighting the value of reconciliation.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Faith in Action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Identifying the Red Cross or UNICEF.</a:t>
            </a:r>
          </a:p>
          <a:p>
            <a:pPr>
              <a:spcAft>
                <a:spcPts val="800"/>
              </a:spcAft>
              <a:defRPr sz="2200"/>
            </a:pPr>
            <a:r>
              <a:t>Explaining how they serve the needy.</a:t>
            </a:r>
          </a:p>
          <a:p>
            <a:pPr>
              <a:spcAft>
                <a:spcPts val="800"/>
              </a:spcAft>
              <a:defRPr sz="2200"/>
            </a:pPr>
            <a:r>
              <a:t>Connecting global service to the Holy Spirit.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Sharing Our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Binding the pages together.</a:t>
            </a:r>
          </a:p>
          <a:p>
            <a:pPr>
              <a:spcAft>
                <a:spcPts val="800"/>
              </a:spcAft>
              <a:defRPr sz="2200"/>
            </a:pPr>
            <a:r>
              <a:t>Presenting the favorite "Hero of Faith."</a:t>
            </a:r>
          </a:p>
          <a:p>
            <a:pPr>
              <a:spcAft>
                <a:spcPts val="800"/>
              </a:spcAft>
              <a:defRPr sz="2200"/>
            </a:pPr>
            <a:r>
              <a:t>Final reflection on Term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What values do our ancestors teach us?</a:t>
            </a:r>
          </a:p>
          <a:p>
            <a:pPr>
              <a:spcAft>
                <a:spcPts val="800"/>
              </a:spcAft>
              <a:defRPr sz="2200"/>
            </a:pPr>
            <a:r>
              <a:t>Which organization helps people in times of war?</a:t>
            </a:r>
          </a:p>
          <a:p>
            <a:pPr>
              <a:spcAft>
                <a:spcPts val="800"/>
              </a:spcAft>
              <a:defRPr sz="2200"/>
            </a:pPr>
            <a:r>
              <a:t>How many sections will our scrapbook have?</a:t>
            </a:r>
          </a:p>
          <a:p>
            <a:pPr>
              <a:spcAft>
                <a:spcPts val="800"/>
              </a:spcAft>
              <a:defRPr sz="2200"/>
            </a:pPr>
            <a:r>
              <a:t>What local material can we use to tie the pages together?</a:t>
            </a:r>
          </a:p>
          <a:p>
            <a:pPr>
              <a:spcAft>
                <a:spcPts val="800"/>
              </a:spcAft>
              <a:defRPr sz="2200"/>
            </a:pPr>
            <a:r>
              <a:t>Write one answer clearly in your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