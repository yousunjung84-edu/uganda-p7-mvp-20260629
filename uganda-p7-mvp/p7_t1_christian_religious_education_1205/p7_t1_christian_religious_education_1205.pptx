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UGANDA P7 LESSON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0700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Christians and the Holy Spirit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423160"/>
            <a:ext cx="992124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743200"/>
            <a:ext cx="9281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4ED8"/>
                </a:solidFill>
                <a:latin typeface="Arial"/>
              </a:rPr>
              <a:t>Christian Religious Education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355848"/>
            <a:ext cx="8915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11827"/>
                </a:solidFill>
                <a:latin typeface="Arial"/>
              </a:rPr>
              <a:t>Big question: Name one Biblical hero we studied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74920"/>
            <a:ext cx="9921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Think silently → pair talk → 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synthesize key concepts from Term 1 by creating a...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You will use: Who are our Heroes of Faith?, Planning Our Scrapbook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Success: explain, try, and answer in your own words.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Think: Name one Biblical hero we studied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Pair: compare your first answer with a partner.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Share: connect your answer to Who are our Heroes of Faith?.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Who are our Heroes of Faith?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Key idea: Brainstorming session to recall "Heroes of Faith" from...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Reviewing Topic 1: Biblical Heroes.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Reviewing Topic 2: Ancestors and Reconciliation.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Reviewing Topic 3: Global Organizations of Service.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Planning Our Scrapbook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Watch the example.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Dividing the scrapbook into three sections.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Choosing titles for each page.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Preparing local materials (banana fibers, cards).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What values do our ancestors teach us?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Which organization helps people in times of war?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How many sections will our scrapbook have?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Agree on one answer before writing.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Group task: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work in pairs to list at least two heroes/organizations...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measure and cut their manila cards and label the top of...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draw illustrations for the first two sections and write...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Answer: How will you use the Holy Spirit’s help during the holidays?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Include one key word: Reviewing names and roles: Abraham, Jesus...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