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024128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Christians and the Holy Spirit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794760" cy="4343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52400" bIns="38100"/>
          <a:lstStyle/>
          <a:p>
            <a:pPr algn="ctr"/>
            <a:r>
              <a:rPr sz="1800" b="1">
                <a:solidFill>
                  <a:srgbClr val="1D4ED8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12" name="Oval 11"/>
          <p:cNvSpPr/>
          <p:nvPr/>
        </p:nvSpPr>
        <p:spPr>
          <a:xfrm>
            <a:off x="2429560" y="2939796"/>
            <a:ext cx="551383" cy="452628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13355" y="3392424"/>
            <a:ext cx="183794" cy="10561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45766" y="3694176"/>
            <a:ext cx="918971" cy="12573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78177" y="4247388"/>
            <a:ext cx="1684782" cy="201168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50468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Look • wonder • predict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1965960"/>
            <a:ext cx="6355080" cy="3520440"/>
          </a:xfrm>
          <a:prstGeom prst="roundRect">
            <a:avLst/>
          </a:prstGeom>
          <a:solidFill>
            <a:srgbClr val="FFF7E0"/>
          </a:solidFill>
          <a:ln w="2032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67712"/>
            <a:ext cx="5623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Arial"/>
              </a:rPr>
              <a:t>OPENING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2788920"/>
            <a:ext cx="557784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Big question: Name one Biblical hero we studied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4315968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First think alone. Then tell a partner one possible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synthesize key concepts from Term 1 by creating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Who are our Heroes of Faith?, Planning Our Scrapbook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848502" y="5360212"/>
            <a:ext cx="460857" cy="14813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02121" y="5508345"/>
            <a:ext cx="153619" cy="345643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94883" y="5607100"/>
            <a:ext cx="768096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387644" y="5788152"/>
            <a:ext cx="1408176" cy="65836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Name one Biblical hero we studied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Who are our Heroes of Faith?.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Who are our Heroes of Faith?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28800"/>
            <a:ext cx="3337560" cy="4160520"/>
          </a:xfrm>
          <a:prstGeom prst="roundRect">
            <a:avLst/>
          </a:prstGeom>
          <a:solidFill>
            <a:srgbClr val="FFF7E0"/>
          </a:solidFill>
          <a:ln w="1905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30221" y="2610612"/>
            <a:ext cx="485546" cy="37033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92070" y="2980944"/>
            <a:ext cx="161848" cy="8641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68372" y="3227832"/>
            <a:ext cx="809244" cy="10287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44675" y="3680460"/>
            <a:ext cx="1483614" cy="164592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04164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17720"/>
            <a:ext cx="29077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87490"/>
                </a:solidFill>
                <a:latin typeface="Arial"/>
              </a:rPr>
              <a:t>KEY IDEA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194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Key idea: Brainstorming session to recall "Heroes of Faith" from the three main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1874519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874519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221991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203911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Reviewing Topic 1: Biblical Heroes.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310896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310896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4564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27355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Arial"/>
              </a:rPr>
              <a:t>Reviewing Topic 2: Ancestors and Reconciliation.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434340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434340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69087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8384" y="450799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Arial"/>
              </a:rPr>
              <a:t>Reviewing Topic 3: Global Organizations of Service.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Planning Our Scrapbook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28800"/>
            <a:ext cx="7360920" cy="425196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84831"/>
            <a:ext cx="6812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CD116"/>
                </a:solidFill>
                <a:latin typeface="Arial"/>
              </a:rPr>
              <a:t>BOARD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78608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1. Dividing the scrapbook into three sections.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54679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2. Choosing titles for each page.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30752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3. Preparing local materials (banana fibers, cards).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828800"/>
            <a:ext cx="2697480" cy="4251960"/>
          </a:xfrm>
          <a:prstGeom prst="roundRect">
            <a:avLst/>
          </a:prstGeom>
          <a:solidFill>
            <a:srgbClr val="FFF7E0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48418" y="2636215"/>
            <a:ext cx="337413" cy="304495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60889" y="2940710"/>
            <a:ext cx="112471" cy="7104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635947" y="3143707"/>
            <a:ext cx="562355" cy="8458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11004" y="3515868"/>
            <a:ext cx="1030986" cy="135331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3767328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4526280"/>
            <a:ext cx="2057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Teacher models first. Learners copy the pattern, then explain the step.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19072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43200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898648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889504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What values do our ancestors teach us?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3264408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822191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8992" y="3977639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968496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Which organization helps people in times of war?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4343400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01183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" y="5056631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5047488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How many sections will our scrapbook have?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5422392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989320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the source idea, not guessing.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063240" cy="434340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22322" y="2461564"/>
            <a:ext cx="419709" cy="312724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2225" y="2774289"/>
            <a:ext cx="139903" cy="729691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82419" y="2982772"/>
            <a:ext cx="699515" cy="868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02612" y="3364991"/>
            <a:ext cx="1282446" cy="138988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6301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B7F3A"/>
                </a:solidFill>
                <a:latin typeface="Arial"/>
              </a:rPr>
              <a:t>GROUP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5488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Produce one answer the class can check.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828800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828800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214426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4" y="1993392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Work in pairs to list at least two heroes/organizations for each of the three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2999232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2999232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33147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9784" y="3163824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Measure and cut their manila cards and label the top of each page with the section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169664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4169664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4851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4334256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Draw illustrations for the first two sections and write brief descriptions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5413248"/>
            <a:ext cx="6903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5577840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0000"/>
                </a:solidFill>
                <a:latin typeface="Arial"/>
              </a:rPr>
              <a:t>Class share-out: one group explains, one group improves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How will you use the Holy Spirit’s help during the holidays?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Reviewing names and roles: Abraham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