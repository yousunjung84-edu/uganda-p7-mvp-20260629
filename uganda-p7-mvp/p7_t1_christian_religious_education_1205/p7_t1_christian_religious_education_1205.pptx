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97280"/>
            <a:ext cx="1069848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400" b="1"/>
              <a:t>Christians and the Holy Spirit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63040" y="2743200"/>
            <a:ext cx="932688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/>
              <a:t>Christian Religious Education</a:t>
            </a:r>
          </a:p>
          <a:p>
            <a:pPr algn="ctr"/>
            <a:r>
              <a:rPr sz="2200"/>
              <a:t>By the end of the lesson, learners will be able to synthesize key concepts from Term</a:t>
            </a:r>
          </a:p>
          <a:p>
            <a:pPr algn="ctr"/>
            <a:r>
              <a:rPr sz="2200"/>
              <a:t>1 by creating a "Heroes of Faith" scrapbook highlighting Biblical figures, African</a:t>
            </a:r>
          </a:p>
          <a:p>
            <a:pPr algn="ctr"/>
            <a:r>
              <a:rPr sz="2200"/>
              <a:t>ancestors, and modern organizations.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Who are our Heroes of Faith?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42416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/>
            </a:pPr>
            <a:r>
              <a:t>Reviewing Topic 1: Biblical Heroes.</a:t>
            </a:r>
          </a:p>
          <a:p>
            <a:pPr>
              <a:spcAft>
                <a:spcPts val="800"/>
              </a:spcAft>
              <a:defRPr sz="2200"/>
            </a:pPr>
            <a:r>
              <a:t>Reviewing Topic 2: Ancestors and Reconciliation.</a:t>
            </a:r>
          </a:p>
          <a:p>
            <a:pPr>
              <a:spcAft>
                <a:spcPts val="800"/>
              </a:spcAft>
              <a:defRPr sz="2200"/>
            </a:pPr>
            <a:r>
              <a:t>Reviewing Topic 3: Global Organizations of Service.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Planning Our Scrapbook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42416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/>
            </a:pPr>
            <a:r>
              <a:t>Dividing the scrapbook into three sections.</a:t>
            </a:r>
          </a:p>
          <a:p>
            <a:pPr>
              <a:spcAft>
                <a:spcPts val="800"/>
              </a:spcAft>
              <a:defRPr sz="2200"/>
            </a:pPr>
            <a:r>
              <a:t>Choosing titles for each page.</a:t>
            </a:r>
          </a:p>
          <a:p>
            <a:pPr>
              <a:spcAft>
                <a:spcPts val="800"/>
              </a:spcAft>
              <a:defRPr sz="2200"/>
            </a:pPr>
            <a:r>
              <a:t>Preparing local materials (banana fibers, cards).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Drawing Our Faith History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42416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/>
            </a:pPr>
            <a:r>
              <a:t>Illustrating the Creation story or Jesus’ service.</a:t>
            </a:r>
          </a:p>
          <a:p>
            <a:pPr>
              <a:spcAft>
                <a:spcPts val="800"/>
              </a:spcAft>
              <a:defRPr sz="2200"/>
            </a:pPr>
            <a:r>
              <a:t>Writing about an ancestor who promoted peace.</a:t>
            </a:r>
          </a:p>
          <a:p>
            <a:pPr>
              <a:spcAft>
                <a:spcPts val="800"/>
              </a:spcAft>
              <a:defRPr sz="2200"/>
            </a:pPr>
            <a:r>
              <a:t>Highlighting the value of reconciliation.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Faith in Action Today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42416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/>
            </a:pPr>
            <a:r>
              <a:t>Identifying the Red Cross or UNICEF.</a:t>
            </a:r>
          </a:p>
          <a:p>
            <a:pPr>
              <a:spcAft>
                <a:spcPts val="800"/>
              </a:spcAft>
              <a:defRPr sz="2200"/>
            </a:pPr>
            <a:r>
              <a:t>Explaining how they serve the needy.</a:t>
            </a:r>
          </a:p>
          <a:p>
            <a:pPr>
              <a:spcAft>
                <a:spcPts val="800"/>
              </a:spcAft>
              <a:defRPr sz="2200"/>
            </a:pPr>
            <a:r>
              <a:t>Connecting global service to the Holy Spirit.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Sharing Our Journey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42416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/>
            </a:pPr>
            <a:r>
              <a:t>Binding the pages together.</a:t>
            </a:r>
          </a:p>
          <a:p>
            <a:pPr>
              <a:spcAft>
                <a:spcPts val="800"/>
              </a:spcAft>
              <a:defRPr sz="2200"/>
            </a:pPr>
            <a:r>
              <a:t>Presenting the favorite "Hero of Faith."</a:t>
            </a:r>
          </a:p>
          <a:p>
            <a:pPr>
              <a:spcAft>
                <a:spcPts val="800"/>
              </a:spcAft>
              <a:defRPr sz="2200"/>
            </a:pPr>
            <a:r>
              <a:t>Final reflection on Term 1.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