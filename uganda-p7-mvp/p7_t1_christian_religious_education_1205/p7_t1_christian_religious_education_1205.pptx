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Christians and the Holy Spirit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Name one Biblical hero we studied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4754879" y="2990088"/>
            <a:ext cx="2651760" cy="2651760"/>
          </a:xfrm>
          <a:prstGeom prst="triangle">
            <a:avLst/>
          </a:prstGeom>
          <a:solidFill>
            <a:srgbClr val="FFF7E0"/>
          </a:solidFill>
          <a:ln w="228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2852928"/>
            <a:ext cx="822960" cy="822960"/>
          </a:xfrm>
          <a:prstGeom prst="ellipse">
            <a:avLst/>
          </a:prstGeom>
          <a:solidFill>
            <a:srgbClr val="FCD116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7856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16" name="Oval 15"/>
          <p:cNvSpPr/>
          <p:nvPr/>
        </p:nvSpPr>
        <p:spPr>
          <a:xfrm>
            <a:off x="4251959" y="4910328"/>
            <a:ext cx="822960" cy="822960"/>
          </a:xfrm>
          <a:prstGeom prst="ellipse">
            <a:avLst/>
          </a:prstGeom>
          <a:solidFill>
            <a:srgbClr val="D9000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1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18" name="Oval 17"/>
          <p:cNvSpPr/>
          <p:nvPr/>
        </p:nvSpPr>
        <p:spPr>
          <a:xfrm>
            <a:off x="7178040" y="4910328"/>
            <a:ext cx="822960" cy="822960"/>
          </a:xfrm>
          <a:prstGeom prst="ellipse">
            <a:avLst/>
          </a:prstGeom>
          <a:solidFill>
            <a:srgbClr val="1B7F3A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synthesize key concepts from Term 1 by creating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Who are our Heroes of Faith?, Planning Our Scrapbook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848502" y="5360212"/>
            <a:ext cx="460857" cy="148132"/>
          </a:xfrm>
          <a:prstGeom prst="ellipse">
            <a:avLst/>
          </a:prstGeom>
          <a:solidFill>
            <a:srgbClr val="FCD116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02121" y="5508345"/>
            <a:ext cx="153619" cy="345643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94883" y="5607100"/>
            <a:ext cx="768096" cy="4114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387644" y="5788152"/>
            <a:ext cx="1408176" cy="65836"/>
          </a:xfrm>
          <a:prstGeom prst="round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Name one Biblical hero we studied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Who are our Heroes of Faith?.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Who are our Heroes of Faith?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Brainstorming session to recall "Heroes of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4754879" y="2990088"/>
            <a:ext cx="2651760" cy="2651760"/>
          </a:xfrm>
          <a:prstGeom prst="triangle">
            <a:avLst/>
          </a:prstGeom>
          <a:solidFill>
            <a:srgbClr val="FFF7E0"/>
          </a:solidFill>
          <a:ln w="228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2852928"/>
            <a:ext cx="822960" cy="822960"/>
          </a:xfrm>
          <a:prstGeom prst="ellipse">
            <a:avLst/>
          </a:prstGeom>
          <a:solidFill>
            <a:srgbClr val="FCD116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7856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Reviewing Topic 1: Biblical Heroes</a:t>
            </a:r>
          </a:p>
        </p:txBody>
      </p:sp>
      <p:sp>
        <p:nvSpPr>
          <p:cNvPr id="16" name="Oval 15"/>
          <p:cNvSpPr/>
          <p:nvPr/>
        </p:nvSpPr>
        <p:spPr>
          <a:xfrm>
            <a:off x="4251959" y="4910328"/>
            <a:ext cx="822960" cy="822960"/>
          </a:xfrm>
          <a:prstGeom prst="ellipse">
            <a:avLst/>
          </a:prstGeom>
          <a:solidFill>
            <a:srgbClr val="D9000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1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Reviewing Topic 2: Ancestors and</a:t>
            </a:r>
          </a:p>
        </p:txBody>
      </p:sp>
      <p:sp>
        <p:nvSpPr>
          <p:cNvPr id="18" name="Oval 17"/>
          <p:cNvSpPr/>
          <p:nvPr/>
        </p:nvSpPr>
        <p:spPr>
          <a:xfrm>
            <a:off x="7178040" y="4910328"/>
            <a:ext cx="822960" cy="822960"/>
          </a:xfrm>
          <a:prstGeom prst="ellipse">
            <a:avLst/>
          </a:prstGeom>
          <a:solidFill>
            <a:srgbClr val="1B7F3A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Reviewing Topic 3: Global Organizations 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Planning Our Scrapbook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4754879" y="2990088"/>
            <a:ext cx="2651760" cy="2651760"/>
          </a:xfrm>
          <a:prstGeom prst="triangle">
            <a:avLst/>
          </a:prstGeom>
          <a:solidFill>
            <a:srgbClr val="FFF7E0"/>
          </a:solidFill>
          <a:ln w="228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2852928"/>
            <a:ext cx="822960" cy="822960"/>
          </a:xfrm>
          <a:prstGeom prst="ellipse">
            <a:avLst/>
          </a:prstGeom>
          <a:solidFill>
            <a:srgbClr val="FCD116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7856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Dividing the scrapbook into three sections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4251959" y="4910328"/>
            <a:ext cx="822960" cy="822960"/>
          </a:xfrm>
          <a:prstGeom prst="ellipse">
            <a:avLst/>
          </a:prstGeom>
          <a:solidFill>
            <a:srgbClr val="D9000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1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Choosing titles for each page</a:t>
            </a:r>
          </a:p>
        </p:txBody>
      </p:sp>
      <p:sp>
        <p:nvSpPr>
          <p:cNvPr id="18" name="Oval 17"/>
          <p:cNvSpPr/>
          <p:nvPr/>
        </p:nvSpPr>
        <p:spPr>
          <a:xfrm>
            <a:off x="7178040" y="4910328"/>
            <a:ext cx="822960" cy="822960"/>
          </a:xfrm>
          <a:prstGeom prst="ellipse">
            <a:avLst/>
          </a:prstGeom>
          <a:solidFill>
            <a:srgbClr val="1B7F3A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Preparing local materials (banana fibers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values do our ancestors teach us?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Which organization helps people in times of war?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How many sections will our scrapbook have?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4754879" y="2990088"/>
            <a:ext cx="2651760" cy="2651760"/>
          </a:xfrm>
          <a:prstGeom prst="triangle">
            <a:avLst/>
          </a:prstGeom>
          <a:solidFill>
            <a:srgbClr val="FFF7E0"/>
          </a:solidFill>
          <a:ln w="228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15000" y="2852928"/>
            <a:ext cx="822960" cy="822960"/>
          </a:xfrm>
          <a:prstGeom prst="ellipse">
            <a:avLst/>
          </a:prstGeom>
          <a:solidFill>
            <a:srgbClr val="FCD116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111827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7856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Work in pairs to list at least two</a:t>
            </a:r>
          </a:p>
        </p:txBody>
      </p:sp>
      <p:sp>
        <p:nvSpPr>
          <p:cNvPr id="16" name="Oval 15"/>
          <p:cNvSpPr/>
          <p:nvPr/>
        </p:nvSpPr>
        <p:spPr>
          <a:xfrm>
            <a:off x="4251959" y="4910328"/>
            <a:ext cx="822960" cy="822960"/>
          </a:xfrm>
          <a:prstGeom prst="ellipse">
            <a:avLst/>
          </a:prstGeom>
          <a:solidFill>
            <a:srgbClr val="D90000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1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Measure and cut their manila cards and label</a:t>
            </a:r>
          </a:p>
        </p:txBody>
      </p:sp>
      <p:sp>
        <p:nvSpPr>
          <p:cNvPr id="18" name="Oval 17"/>
          <p:cNvSpPr/>
          <p:nvPr/>
        </p:nvSpPr>
        <p:spPr>
          <a:xfrm>
            <a:off x="7178040" y="4910328"/>
            <a:ext cx="822960" cy="822960"/>
          </a:xfrm>
          <a:prstGeom prst="ellipse">
            <a:avLst/>
          </a:prstGeom>
          <a:solidFill>
            <a:srgbClr val="1B7F3A"/>
          </a:solidFill>
          <a:ln w="1397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584301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Draw illustrations for the first two sections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will you use the Holy Spirit’s help during the holidays?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Reviewing names and roles: Abraham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