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Christians and the Holy Spirit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Christian Religious Education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Name one Biblical hero we studied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synthesize key concepts from Term 1 by creating a "Heroes of Faith"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scrapbook highlighting Biblical figures, African ancestors, and modern organizations.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Who are our Heroes of Faith?, Planning Our Scrapbook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Name one Biblical hero we studied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Who are our Heroes of Faith?.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Who are our Heroes of Faith?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Brainstorming session to recall "Heroes of Faith" from the three 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topics: Biblical figures, African Ancestors, and World Religions/Organizations.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Reviewing Topic 1: Biblical Heroes.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Reviewing Topic 2: Ancestors and Reconciliation.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Reviewing Topic 3: Global Organizations of Service.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Planning Our Scrapbook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Watch the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Dividing the scrapbook into three sections.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Choosing titles for each page.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Preparing local materials (banana fibers, cards).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Name the step that helped you most.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What values do our ancestors teach us?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Which organization helps people in times of war?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How many sections will our scrapbook have?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work in pairs to list at least two heroes/organizations for each of the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three topics covered in Term 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measure and cut their manila cards and label the top of each page with the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section titles.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draw illustrations for the first two sections and write brief descriptions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How will you use the Holy Spirit’s help during the holidays?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Include one key word: Reviewing names and roles: Abraham, Jesus, Ancestors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