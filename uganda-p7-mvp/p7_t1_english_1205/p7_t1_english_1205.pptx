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LESSON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468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A202C"/>
                </a:solidFill>
              </a:rPr>
              <a:t>3.4 Final Review and Assessment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743200"/>
            <a:ext cx="992124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9189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11880"/>
            <a:ext cx="9189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A202C"/>
                </a:solidFill>
              </a:rPr>
              <a:t>Big question: What are the three main topics we studied this term?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617720"/>
            <a:ext cx="9189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77D"/>
                </a:solidFill>
              </a:rPr>
              <a:t>Think silently first. Then be ready to explain one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2.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Today's 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Goal: I can reflect on personal progress in English during Term 1 and identifies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areas of strength.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You will use: Looking Back at Term 1, What is a Portfolio?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Success: explain, try, and answer in your own words.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3.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Starter: think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Think: What are the three main topics we studied this term?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Pair: compare your first answer with a partner.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Share: connect your answer to Looking Back at Term 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4.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Looking Back at Term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Key idea: Oral reflection on the three main topics of Term 1: School Holidays, Letter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Writing, and Examinations.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Review the topics we covered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 our favorite English activities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Discuss how our writing has improved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5.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What is a Portfolio?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Model the example step by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NEW VOCABULARY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6.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Try it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Which activity helped you improve your English most?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Why is it important to review our work?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What is a portfolio?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Agree on one answer before writing.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7.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Activity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Group task: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sit in a circle and participate in a "Turn and Talk" session to share their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favorite English lesson from the term with a partner, then share one strength with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the whole class.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write the new vocabulary in their exercise books and work in pairs to list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653796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4440" y="665683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670255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665683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three "criteria"...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8.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Answer: How will you make your work even better in Term 2?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one complete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Include one key word: Past simple tense for reflection (e.g, "I learned, " "I enjoyed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Hand in or read your answer aloud.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