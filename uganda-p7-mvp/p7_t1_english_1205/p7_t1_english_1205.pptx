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UGANDA P7 LESSON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07008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3.4 Final Review and Assessment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2423160"/>
            <a:ext cx="992124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2743200"/>
            <a:ext cx="9281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D4ED8"/>
                </a:solidFill>
                <a:latin typeface="Arial"/>
              </a:rPr>
              <a:t>English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355848"/>
            <a:ext cx="89154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11827"/>
                </a:solidFill>
                <a:latin typeface="Arial"/>
              </a:rPr>
              <a:t>Big question: What are the three main topics we studied this term?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5074920"/>
            <a:ext cx="9921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475569"/>
                </a:solidFill>
                <a:latin typeface="Arial"/>
              </a:rPr>
              <a:t>Think silently → pair talk → share one idea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I can reflect on personal progress in English from Term...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You will use: Looking Back at Term 1, What is a Portfolio?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Success: explain, try, and answer in your own words.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Think: What are the three main topics we studied this term?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Pair: compare your first answer with a partner.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Share: connect your answer to Looking Back at Term 1.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Looking Back at Term 1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Key idea: Oral reflection on the three main topics of Term 1: Sch...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Review the topics we covered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Share our favorite English activities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Discuss how our writing has improved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What is a Portfolio?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Model the example step by step.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NEW VOCABULARY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Which activity helped you improve your English most?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Why is it important to review our work?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What is a portfolio?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Agree on one answer before writing.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Group task: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Students sit in a circle and participate in a "Turn and Talk" ses...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Students write the new vocabulary in their exercise books and wor...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Individual activity: Learners silently read through their term's...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Answer: How will you make your work even better in Term 2?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Include one key word: Past simple tense for reflection (e.g, "I l...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