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Final Review and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English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33118" y="3115818"/>
            <a:ext cx="918971" cy="1156716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2090" y="3115818"/>
            <a:ext cx="918971" cy="1156716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00707" y="2990088"/>
            <a:ext cx="1133398" cy="150875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6912" y="3442716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16912" y="3744468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16912" y="4046220"/>
            <a:ext cx="1470355" cy="6286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What are the three main topics we studied this term?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reflect on personal progress in English from Term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Looking Back at Term 1, What is a Portfolio?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are the three main topics we studied this term?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Looking Back at Term 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Term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28876" y="2754630"/>
            <a:ext cx="809244" cy="94640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8120" y="2754630"/>
            <a:ext cx="809244" cy="94640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52574" y="2651760"/>
            <a:ext cx="998067" cy="123444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0725" y="3022092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90725" y="3268980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90725" y="3515868"/>
            <a:ext cx="1294790" cy="5143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Oral reflection on the three main topics of Term 1: School Holidays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Review the topics we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Share our favorite English activities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Discuss how our writing has improved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NEW VOCABULARY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61043" y="2754629"/>
            <a:ext cx="562355" cy="77815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23399" y="2754629"/>
            <a:ext cx="562355" cy="778154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85985" y="2670048"/>
            <a:ext cx="693572" cy="10149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73514" y="2974543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73514" y="3177539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73514" y="3380536"/>
            <a:ext cx="899769" cy="42291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Which activity helped you improve your English most?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Why is it important to review our work?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16075" y="2583180"/>
            <a:ext cx="699515" cy="799185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5591" y="2583180"/>
            <a:ext cx="699515" cy="799185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95881" y="2496312"/>
            <a:ext cx="862736" cy="104241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55978" y="2809036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55978" y="3017520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978" y="3226003"/>
            <a:ext cx="1119225" cy="4343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Sit in a circle and participate in a "Turn and Talk" session to share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Write the new vocabulary in their exercise books and work in pairs to list three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Individual activity: Learners silently read through their term's work and 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make your work even better in Term 2?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Past simple tense for reflection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