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Final Review and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are the three main topics we studied this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reflect on personal progress in English from Term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Looking Back at Term 1, What is a Portfolio?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are the three main topics we studied this term?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Looking Back at Term 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Term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Oral reflection on the three main topics of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 the topics we covered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87490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our favorite English activities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Discuss how our writing has improved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5751575" y="4215383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16168" y="4398264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047488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NEW VOCABULARY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activity helped you improve your English most?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is it important to review our work?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14015"/>
            <a:ext cx="9464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80360" y="4023360"/>
            <a:ext cx="3200399" cy="822960"/>
          </a:xfrm>
          <a:prstGeom prst="line">
            <a:avLst/>
          </a:prstGeom>
          <a:ln w="381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59" y="4023360"/>
            <a:ext cx="3200401" cy="822960"/>
          </a:xfrm>
          <a:prstGeom prst="line">
            <a:avLst/>
          </a:prstGeom>
          <a:ln w="3810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5511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Sit in a circle and participate in a "Turn and</a:t>
            </a:r>
          </a:p>
        </p:txBody>
      </p:sp>
      <p:sp>
        <p:nvSpPr>
          <p:cNvPr id="18" name="Oval 17"/>
          <p:cNvSpPr/>
          <p:nvPr/>
        </p:nvSpPr>
        <p:spPr>
          <a:xfrm>
            <a:off x="5751575" y="369417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8770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52628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Write the new vocabulary in their exercise</a:t>
            </a:r>
          </a:p>
        </p:txBody>
      </p:sp>
      <p:sp>
        <p:nvSpPr>
          <p:cNvPr id="21" name="Oval 20"/>
          <p:cNvSpPr/>
          <p:nvPr/>
        </p:nvSpPr>
        <p:spPr>
          <a:xfrm>
            <a:off x="8951976" y="4517136"/>
            <a:ext cx="658368" cy="658368"/>
          </a:xfrm>
          <a:prstGeom prst="ellipse">
            <a:avLst/>
          </a:prstGeom>
          <a:solidFill>
            <a:srgbClr val="FFFFFF"/>
          </a:solidFill>
          <a:ln w="228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470001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5349240"/>
            <a:ext cx="169164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Individual activity: Learners silently read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make your work even better in Term 2?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Past simple tense for reflection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