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3.4 Final Review and Assessment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04288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What are the three main topics we studied this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31212" y="3054096"/>
            <a:ext cx="872337" cy="331927"/>
          </a:xfrm>
          <a:prstGeom prst="rect">
            <a:avLst/>
          </a:prstGeom>
          <a:solidFill>
            <a:srgbClr val="FCD116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813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5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Think alone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Arial"/>
              </a:rPr>
              <a:t>choose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5892" y="3054096"/>
            <a:ext cx="872337" cy="331927"/>
          </a:xfrm>
          <a:prstGeom prst="rect">
            <a:avLst/>
          </a:prstGeom>
          <a:solidFill>
            <a:srgbClr val="1D4ED8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9204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281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1496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Pair talk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Arial"/>
              </a:rPr>
              <a:t>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40572" y="3054096"/>
            <a:ext cx="872337" cy="331927"/>
          </a:xfrm>
          <a:prstGeom prst="rect">
            <a:avLst/>
          </a:prstGeom>
          <a:solidFill>
            <a:srgbClr val="1B7F3A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749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D4ED8"/>
                </a:solidFill>
                <a:latin typeface="Arial"/>
              </a:rPr>
              <a:t>present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926080" y="5742432"/>
            <a:ext cx="6355080" cy="0"/>
          </a:xfrm>
          <a:prstGeom prst="line">
            <a:avLst/>
          </a:prstGeom>
          <a:ln w="2794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reflect on personal progress in English from Term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Looking Back at Term 1, What is a Portfolio?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82819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50915" y="5417820"/>
            <a:ext cx="768096" cy="378561"/>
          </a:xfrm>
          <a:prstGeom prst="rect">
            <a:avLst/>
          </a:prstGeom>
          <a:solidFill>
            <a:srgbClr val="FFFFFF"/>
          </a:solidFill>
          <a:ln w="1016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90057" y="5376672"/>
            <a:ext cx="947318" cy="49377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36438" y="5524804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336438" y="5623560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36438" y="5722315"/>
            <a:ext cx="1228953" cy="2057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What are the three main topics we studied this term?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Looking Back at Term 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Looking Back at Term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04288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Oral reflection on the three main topics of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31212" y="3054096"/>
            <a:ext cx="872337" cy="331927"/>
          </a:xfrm>
          <a:prstGeom prst="rect">
            <a:avLst/>
          </a:prstGeom>
          <a:solidFill>
            <a:srgbClr val="FCD116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813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5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 the topics we covered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87490"/>
                </a:solidFill>
                <a:latin typeface="Arial"/>
              </a:rPr>
              <a:t>choose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5892" y="3054096"/>
            <a:ext cx="872337" cy="331927"/>
          </a:xfrm>
          <a:prstGeom prst="rect">
            <a:avLst/>
          </a:prstGeom>
          <a:solidFill>
            <a:srgbClr val="1D4ED8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9204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281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1496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Share our favorite English activities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87490"/>
                </a:solidFill>
                <a:latin typeface="Arial"/>
              </a:rPr>
              <a:t>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40572" y="3054096"/>
            <a:ext cx="872337" cy="331927"/>
          </a:xfrm>
          <a:prstGeom prst="rect">
            <a:avLst/>
          </a:prstGeom>
          <a:solidFill>
            <a:srgbClr val="1B7F3A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749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Discuss how our writing has improved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87490"/>
                </a:solidFill>
                <a:latin typeface="Arial"/>
              </a:rPr>
              <a:t>present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926080" y="5742432"/>
            <a:ext cx="6355080" cy="0"/>
          </a:xfrm>
          <a:prstGeom prst="line">
            <a:avLst/>
          </a:prstGeom>
          <a:ln w="2794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04288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31212" y="3054096"/>
            <a:ext cx="872337" cy="331927"/>
          </a:xfrm>
          <a:prstGeom prst="rect">
            <a:avLst/>
          </a:prstGeom>
          <a:solidFill>
            <a:srgbClr val="FCD116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813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5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NEW VOCABULARY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D97706"/>
                </a:solidFill>
                <a:latin typeface="Arial"/>
              </a:rPr>
              <a:t>choose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26080" y="5742432"/>
            <a:ext cx="6355080" cy="0"/>
          </a:xfrm>
          <a:prstGeom prst="line">
            <a:avLst/>
          </a:prstGeom>
          <a:ln w="2794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activity helped you improve your English most?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Why is it important to review our work?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a portfolio?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04288"/>
            <a:ext cx="9372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31212" y="3054096"/>
            <a:ext cx="872337" cy="331927"/>
          </a:xfrm>
          <a:prstGeom prst="rect">
            <a:avLst/>
          </a:prstGeom>
          <a:solidFill>
            <a:srgbClr val="FCD116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FCD1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2813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56815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Sit in a circle and participate in a "Turn 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0312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B7F3A"/>
                </a:solidFill>
                <a:latin typeface="Arial"/>
              </a:rPr>
              <a:t>choose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85892" y="3054096"/>
            <a:ext cx="872337" cy="331927"/>
          </a:xfrm>
          <a:prstGeom prst="rect">
            <a:avLst/>
          </a:prstGeom>
          <a:solidFill>
            <a:srgbClr val="1D4ED8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89204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281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1496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Write the new vocabulary in their exercise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4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B7F3A"/>
                </a:solidFill>
                <a:latin typeface="Arial"/>
              </a:rPr>
              <a:t>check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40572" y="3054096"/>
            <a:ext cx="872337" cy="331927"/>
          </a:xfrm>
          <a:prstGeom prst="rect">
            <a:avLst/>
          </a:prstGeom>
          <a:solidFill>
            <a:srgbClr val="1B7F3A"/>
          </a:solidFill>
          <a:ln w="63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46720" y="3265322"/>
            <a:ext cx="2423160" cy="11768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37499" y="3838651"/>
            <a:ext cx="1841601" cy="60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66176" y="3602736"/>
            <a:ext cx="1984248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Individual activity: Learners silently read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4818888"/>
            <a:ext cx="196596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001768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B7F3A"/>
                </a:solidFill>
                <a:latin typeface="Arial"/>
              </a:rPr>
              <a:t>present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926080" y="5742432"/>
            <a:ext cx="6355080" cy="0"/>
          </a:xfrm>
          <a:prstGeom prst="line">
            <a:avLst/>
          </a:prstGeom>
          <a:ln w="27940">
            <a:solidFill>
              <a:srgbClr val="D9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p7_t1_english_1205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How will you make your work even better in Term 2?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Past simple tense for reflection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