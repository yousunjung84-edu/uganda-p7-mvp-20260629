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987552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3.4 Energy Resources in the Environment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D4ED8"/>
                </a:solidFill>
                <a:latin typeface="Arial"/>
              </a:rPr>
              <a:t>OPENING VISUAL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Which experiment did you find most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2834639"/>
            <a:ext cx="3931920" cy="3063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3264408"/>
            <a:ext cx="324612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3054096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D4ED8"/>
                </a:solidFill>
                <a:latin typeface="Arial"/>
              </a:rPr>
              <a:t>Title/Aim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3831335"/>
            <a:ext cx="324612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0" y="3621024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D4ED8"/>
                </a:solidFill>
                <a:latin typeface="Arial"/>
              </a:rPr>
              <a:t>Materials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4398264"/>
            <a:ext cx="324612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03120" y="41879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D4ED8"/>
                </a:solidFill>
                <a:latin typeface="Arial"/>
              </a:rPr>
              <a:t>Procedure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4965192"/>
            <a:ext cx="324612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03120" y="4754879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D4ED8"/>
                </a:solidFill>
                <a:latin typeface="Arial"/>
              </a:rPr>
              <a:t>Result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3172968"/>
            <a:ext cx="16276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520439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skeleton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59" y="3172968"/>
            <a:ext cx="16276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19" y="3520439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circuit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4590288"/>
            <a:ext cx="1627632" cy="96012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4937759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solar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4590288"/>
            <a:ext cx="16276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32519" y="4937759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biogas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691640" y="6071616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01368" y="6208776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Think alone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39640" y="6071616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9368" y="6208776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Pair talk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87640" y="6071616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97368" y="6208776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Share one idea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Recalls and identify key experiments conducted from Term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Looking Back at Our Experiments, How to Write a Science Report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Oval 27"/>
          <p:cNvSpPr/>
          <p:nvPr/>
        </p:nvSpPr>
        <p:spPr>
          <a:xfrm>
            <a:off x="5848502" y="5360212"/>
            <a:ext cx="409651" cy="131673"/>
          </a:xfrm>
          <a:prstGeom prst="ellipse">
            <a:avLst/>
          </a:prstGeom>
          <a:solidFill>
            <a:srgbClr val="FFF7E0"/>
          </a:solidFill>
          <a:ln w="1016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94883" y="5508345"/>
            <a:ext cx="716889" cy="345643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848502" y="5590641"/>
            <a:ext cx="409651" cy="98755"/>
          </a:xfrm>
          <a:prstGeom prst="ellipse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36438" y="5623560"/>
            <a:ext cx="1433779" cy="3291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Which experiment did you find most challenging?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Looking Back at Our Experiments.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Looking Back at Our Experiments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087490"/>
                </a:solidFill>
                <a:latin typeface="Arial"/>
              </a:rPr>
              <a:t>CONTENT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Prior knowledge activation regarding Term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2834639"/>
            <a:ext cx="3931920" cy="3063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3264408"/>
            <a:ext cx="324612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3054096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087490"/>
                </a:solidFill>
                <a:latin typeface="Arial"/>
              </a:rPr>
              <a:t>Title/Aim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3831335"/>
            <a:ext cx="324612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0" y="3621024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087490"/>
                </a:solidFill>
                <a:latin typeface="Arial"/>
              </a:rPr>
              <a:t>Materials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4398264"/>
            <a:ext cx="324612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03120" y="41879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087490"/>
                </a:solidFill>
                <a:latin typeface="Arial"/>
              </a:rPr>
              <a:t>Procedure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4965192"/>
            <a:ext cx="324612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03120" y="4754879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087490"/>
                </a:solidFill>
                <a:latin typeface="Arial"/>
              </a:rPr>
              <a:t>Result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3172968"/>
            <a:ext cx="16276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520439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skeleton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59" y="3172968"/>
            <a:ext cx="16276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19" y="3520439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circuit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4590288"/>
            <a:ext cx="1627632" cy="96012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4937759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solar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4590288"/>
            <a:ext cx="16276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32519" y="4937759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biogas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691640" y="6071616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01368" y="6208776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Reviewing the Muscular-Skeletal model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39640" y="6071616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9368" y="6208776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Recalling the Electricity and Magnetism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87640" y="6071616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97368" y="6208776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Remembering the Energy Resources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How to Write a Science Report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D97706"/>
                </a:solidFill>
                <a:latin typeface="Arial"/>
              </a:rPr>
              <a:t>MODEL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Worked example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2834639"/>
            <a:ext cx="3931920" cy="3063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3264408"/>
            <a:ext cx="324612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3054096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D97706"/>
                </a:solidFill>
                <a:latin typeface="Arial"/>
              </a:rPr>
              <a:t>Title/Aim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3831335"/>
            <a:ext cx="324612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0" y="3621024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D97706"/>
                </a:solidFill>
                <a:latin typeface="Arial"/>
              </a:rPr>
              <a:t>Materials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4398264"/>
            <a:ext cx="324612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03120" y="41879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D97706"/>
                </a:solidFill>
                <a:latin typeface="Arial"/>
              </a:rPr>
              <a:t>Procedure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4965192"/>
            <a:ext cx="324612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03120" y="4754879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D97706"/>
                </a:solidFill>
                <a:latin typeface="Arial"/>
              </a:rPr>
              <a:t>Result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3172968"/>
            <a:ext cx="16276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520439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skeleton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59" y="3172968"/>
            <a:ext cx="16276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19" y="3520439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circuit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4590288"/>
            <a:ext cx="1627632" cy="96012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4937759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solar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4590288"/>
            <a:ext cx="16276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32519" y="4937759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biogas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691640" y="6071616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01368" y="6208776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Title and Aim (What and Why)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39640" y="6071616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9368" y="6208776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Apparatus/Materials (The tools)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87640" y="6071616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97368" y="6208776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Procedure (The steps)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97510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E123C"/>
                </a:solidFill>
                <a:latin typeface="Arial"/>
              </a:rPr>
              <a:t>PRACTICE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30428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6424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What materials did we use to represent the backbone in our model?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14215" y="4251960"/>
            <a:ext cx="402337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16552" y="3401568"/>
            <a:ext cx="3063240" cy="169164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62856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What is the difference between apparatus and procedure?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70648" y="4251960"/>
            <a:ext cx="402335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72983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9288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Why do we need an 'Aim' in our report?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75904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07024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evidence from the lesson, not guessing.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B7F3A"/>
                </a:solidFill>
                <a:latin typeface="Arial"/>
              </a:rPr>
              <a:t>GROUP INFOGRAPHIC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Challenge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2834639"/>
            <a:ext cx="3931920" cy="3063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3264408"/>
            <a:ext cx="324612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3054096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F3A"/>
                </a:solidFill>
                <a:latin typeface="Arial"/>
              </a:rPr>
              <a:t>Title/Aim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3831335"/>
            <a:ext cx="324612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0" y="3621024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F3A"/>
                </a:solidFill>
                <a:latin typeface="Arial"/>
              </a:rPr>
              <a:t>Materials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4398264"/>
            <a:ext cx="324612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03120" y="41879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F3A"/>
                </a:solidFill>
                <a:latin typeface="Arial"/>
              </a:rPr>
              <a:t>Procedure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4965192"/>
            <a:ext cx="324612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03120" y="4754879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F3A"/>
                </a:solidFill>
                <a:latin typeface="Arial"/>
              </a:rPr>
              <a:t>Result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3172968"/>
            <a:ext cx="16276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520439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skeleton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59" y="3172968"/>
            <a:ext cx="16276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19" y="3520439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circuit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4590288"/>
            <a:ext cx="1627632" cy="96012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4937759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solar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4590288"/>
            <a:ext cx="16276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32519" y="4937759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biogas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691640" y="6071616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01368" y="6208776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Brainstorm in pairs and list all the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39640" y="6071616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9368" y="6208776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Copy the report structure into their notebooks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87640" y="6071616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97368" y="6208776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Participate in a whole-class exercise to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703320" y="5650992"/>
            <a:ext cx="5440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86200" y="576986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0000"/>
                </a:solidFill>
                <a:latin typeface="Arial"/>
              </a:rPr>
              <a:t>Share-out: explain one result, then improve it.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How does writing a report help you remember the experiment?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