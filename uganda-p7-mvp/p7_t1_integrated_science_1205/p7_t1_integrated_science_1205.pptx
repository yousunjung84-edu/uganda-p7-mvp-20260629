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Energy Resources in the Environment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Which experiment did you find most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Recalls and identify key experiments conducted from Term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Looking Back at Our Experiments, How to Write a Science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09651" cy="131673"/>
          </a:xfrm>
          <a:prstGeom prst="ellipse">
            <a:avLst/>
          </a:prstGeom>
          <a:solidFill>
            <a:srgbClr val="FFF7E0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94883" y="5508345"/>
            <a:ext cx="716889" cy="345643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48502" y="5590641"/>
            <a:ext cx="409651" cy="98755"/>
          </a:xfrm>
          <a:prstGeom prst="ellipse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623560"/>
            <a:ext cx="1433779" cy="3291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Which experiment did you find most challenging?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Looking Back at Our Experiments.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Our Experiments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Prior knowledge activation regarding Term 1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Reviewing the Muscular-Skeletal model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Recalling the Electricity and Magnetism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0874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Remembering the Energy Resources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How to Write a Science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Title and Aim (What and Why)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Apparatus/Materials (The tools)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Procedure (The steps)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materials did we use to represent the backbone in our model?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the difference between apparatus and procedure?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do we need an 'Aim' in our report?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Oval 12"/>
          <p:cNvSpPr/>
          <p:nvPr/>
        </p:nvSpPr>
        <p:spPr>
          <a:xfrm>
            <a:off x="5756148" y="3355848"/>
            <a:ext cx="694944" cy="694944"/>
          </a:xfrm>
          <a:prstGeom prst="ellipse">
            <a:avLst/>
          </a:prstGeom>
          <a:solidFill>
            <a:srgbClr val="FCD116"/>
          </a:solidFill>
          <a:ln w="152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28131" y="4078224"/>
            <a:ext cx="950976" cy="1463040"/>
          </a:xfrm>
          <a:prstGeom prst="roundRect">
            <a:avLst/>
          </a:prstGeom>
          <a:solidFill>
            <a:srgbClr val="ECFDF5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697480" y="3611880"/>
            <a:ext cx="3406140" cy="704088"/>
          </a:xfrm>
          <a:prstGeom prst="line">
            <a:avLst/>
          </a:prstGeom>
          <a:ln w="2032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46304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934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Brainstorm in pairs and list all the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103620" y="3611880"/>
            <a:ext cx="3497580" cy="704088"/>
          </a:xfrm>
          <a:prstGeom prst="line">
            <a:avLst/>
          </a:prstGeom>
          <a:ln w="2032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66760" y="321868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4" y="339242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Copy the report structure into their notebooks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697480" y="4315968"/>
            <a:ext cx="3406140" cy="1170432"/>
          </a:xfrm>
          <a:prstGeom prst="line">
            <a:avLst/>
          </a:prstGeom>
          <a:ln w="20320">
            <a:solidFill>
              <a:srgbClr val="1B7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463040" y="5093208"/>
            <a:ext cx="2468880" cy="786384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9344" y="5266944"/>
            <a:ext cx="2176272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Participate in a whole-class exercise 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p7_t1_integrated_science_1205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does writing a report help you remember the experiment?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