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3.4 Energy Resources in the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Integrated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Which experiment did you find most challenging?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Recalls and identifies key experiments conducted during Term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Looking Back at Our Experiments, How to Write a Science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Which experiment did you find most challenging?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Looking Back at Our Experiments.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Looking Back at Our Experiments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Prior knowledge activation regarding Term 1 Science practicals (Skeleton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models, electricity circuits, and energy resources).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Reviewing the Muscular-Skeletal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Recalling the Electricity and Magnetism circuit.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Remembering the Energy Resources (biogas/solar) project.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How to Write a Science Report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Watch the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Title and Aim (What and Why).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Apparatus/Materials (The tools).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Procedure (The steps).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Name the step that helped you most.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What materials did we use to represent the backbone in our model?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What is the difference between apparatus and procedure?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Why do we need an 'Aim' in our report?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brainstorm in pairs and list all the scientific experiments and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created during Term 1 in their notebooks.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copy the report structure into their notebooks and label each part based 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 verbal example given by the teacher.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participate in a whole-class exercise to verbally summarize the...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p7_t1_integrated_science_1205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How does writing a report help you remember the experiment?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