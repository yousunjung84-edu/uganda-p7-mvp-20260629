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3.4 Energy Resources in the Environment /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Integrated Science</a:t>
            </a:r>
          </a:p>
          <a:p>
            <a:pPr algn="ctr"/>
            <a:r>
              <a:rPr sz="2200"/>
              <a:t>Recalls and identifies key experiments conducted during Term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Looking Back at Our 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Reviewing the Muscular-Skeletal model.</a:t>
            </a:r>
          </a:p>
          <a:p>
            <a:pPr>
              <a:spcAft>
                <a:spcPts val="800"/>
              </a:spcAft>
              <a:defRPr sz="2200"/>
            </a:pPr>
            <a:r>
              <a:t>Recalling the Electricity and Magnetism circuit.</a:t>
            </a:r>
          </a:p>
          <a:p>
            <a:pPr>
              <a:spcAft>
                <a:spcPts val="800"/>
              </a:spcAft>
              <a:defRPr sz="2200"/>
            </a:pPr>
            <a:r>
              <a:t>Remembering the Energy Resources (biogas/solar) project.</a:t>
            </a:r>
          </a:p>
          <a:p>
            <a:pPr>
              <a:spcAft>
                <a:spcPts val="800"/>
              </a:spcAft>
              <a:defRPr sz="2200"/>
            </a:pPr>
            <a:r>
              <a:t>Identifying materials used.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How to Write a Science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Title and Aim (What and Why).</a:t>
            </a:r>
          </a:p>
          <a:p>
            <a:pPr>
              <a:spcAft>
                <a:spcPts val="800"/>
              </a:spcAft>
              <a:defRPr sz="2200"/>
            </a:pPr>
            <a:r>
              <a:t>Apparatus/Materials (The tools).</a:t>
            </a:r>
          </a:p>
          <a:p>
            <a:pPr>
              <a:spcAft>
                <a:spcPts val="800"/>
              </a:spcAft>
              <a:defRPr sz="2200"/>
            </a:pPr>
            <a:r>
              <a:t>Procedure (The steps).</a:t>
            </a:r>
          </a:p>
          <a:p>
            <a:pPr>
              <a:spcAft>
                <a:spcPts val="800"/>
              </a:spcAft>
              <a:defRPr sz="2200"/>
            </a:pPr>
            <a:r>
              <a:t>Results and Conclusion (What happened and What it means).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Writing the Summary: A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Selecting key details.</a:t>
            </a:r>
          </a:p>
          <a:p>
            <a:pPr>
              <a:spcAft>
                <a:spcPts val="800"/>
              </a:spcAft>
              <a:defRPr sz="2200"/>
            </a:pPr>
            <a:r>
              <a:t>Using scientific vocabulary (conductor, insulator, circuit).</a:t>
            </a:r>
          </a:p>
          <a:p>
            <a:pPr>
              <a:spcAft>
                <a:spcPts val="800"/>
              </a:spcAft>
              <a:defRPr sz="2200"/>
            </a:pPr>
            <a:r>
              <a:t>Summarizing the observation.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Group Work: Compiling the Term 1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Collaborative writing.</a:t>
            </a:r>
          </a:p>
          <a:p>
            <a:pPr>
              <a:spcAft>
                <a:spcPts val="800"/>
              </a:spcAft>
              <a:defRPr sz="2200"/>
            </a:pPr>
            <a:r>
              <a:t>Focusing on accuracy of facts.</a:t>
            </a:r>
          </a:p>
          <a:p>
            <a:pPr>
              <a:spcAft>
                <a:spcPts val="800"/>
              </a:spcAft>
              <a:defRPr sz="2200"/>
            </a:pPr>
            <a:r>
              <a:t>Including diagrams where necessary.</a:t>
            </a:r>
          </a:p>
          <a:p>
            <a:pPr>
              <a:spcAft>
                <a:spcPts val="800"/>
              </a:spcAft>
              <a:defRPr sz="2200"/>
            </a:pPr>
            <a:r>
              <a:t>Neat presentation.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Sharing Our Scientific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Presenting the summary to the class.</a:t>
            </a:r>
          </a:p>
          <a:p>
            <a:pPr>
              <a:spcAft>
                <a:spcPts val="800"/>
              </a:spcAft>
              <a:defRPr sz="2200"/>
            </a:pPr>
            <a:r>
              <a:t>Peer feedback on report structure.</a:t>
            </a:r>
          </a:p>
          <a:p>
            <a:pPr>
              <a:spcAft>
                <a:spcPts val="800"/>
              </a:spcAft>
              <a:defRPr sz="2200"/>
            </a:pPr>
            <a:r>
              <a:t>Final reflections on Term 1 Science.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