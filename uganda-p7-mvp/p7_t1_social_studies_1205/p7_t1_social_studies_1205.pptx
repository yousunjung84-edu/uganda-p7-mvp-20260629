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64592" cy="5943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4688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</a:rPr>
              <a:t>LESSON START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246888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</a:rPr>
              <a:t>p7_t1_social_studies_1205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258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1A202C"/>
                </a:solidFill>
              </a:rPr>
              <a:t>Living Together in Africa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000" y="2743200"/>
            <a:ext cx="9921240" cy="2194560"/>
          </a:xfrm>
          <a:prstGeom prst="roundRect">
            <a:avLst/>
          </a:prstGeom>
          <a:solidFill>
            <a:srgbClr val="EFF6FF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08760" y="2999232"/>
            <a:ext cx="9189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2563EB"/>
                </a:solidFill>
              </a:rPr>
              <a:t>Social Studies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3611880"/>
            <a:ext cx="9189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500" b="1">
                <a:solidFill>
                  <a:srgbClr val="1A202C"/>
                </a:solidFill>
              </a:rPr>
              <a:t>Big question: What is the most interesting thing you learned about Africa this term?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4617720"/>
            <a:ext cx="9189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5B677D"/>
                </a:solidFill>
              </a:rPr>
              <a:t>Think silently first. Then be ready to explain one idea.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64592" cy="5943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4688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</a:rPr>
              <a:t>2. MISSION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24688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</a:rPr>
              <a:t>p7_t1_social_studies_1205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202C"/>
                </a:solidFill>
              </a:rPr>
              <a:t>Today's mission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93392"/>
            <a:ext cx="10835640" cy="1005840"/>
          </a:xfrm>
          <a:prstGeom prst="roundRect">
            <a:avLst/>
          </a:prstGeom>
          <a:solidFill>
            <a:srgbClr val="FFFBEB"/>
          </a:solidFill>
          <a:ln w="1524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287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1A202C"/>
                </a:solidFill>
              </a:rPr>
              <a:t>Goal: I can organize and compile their Term 1 Social Studies maps and projects into 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3246120"/>
            <a:ext cx="10149840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34440" y="3364991"/>
            <a:ext cx="347472" cy="347472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341071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364991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structured portfolio for final review.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" y="4178808"/>
            <a:ext cx="10149840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234440" y="4297680"/>
            <a:ext cx="347472" cy="347472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4343400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4297680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You will use: Our Term 1 SST Journey, Organizing Our Work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5840" y="5111496"/>
            <a:ext cx="10149840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34440" y="5230368"/>
            <a:ext cx="347472" cy="347472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4440" y="5276088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5230368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Success: explain, try, and answer in your own words.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419088"/>
            <a:ext cx="10835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77D"/>
                </a:solidFill>
              </a:rPr>
              <a:t>Listen • Talk • Try • Explain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64592" cy="59436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4688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</a:rPr>
              <a:t>3. STARTER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24688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</a:rPr>
              <a:t>p7_t1_social_studies_1205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202C"/>
                </a:solidFill>
              </a:rPr>
              <a:t>Starter: think first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93392"/>
            <a:ext cx="10835640" cy="1005840"/>
          </a:xfrm>
          <a:prstGeom prst="roundRect">
            <a:avLst/>
          </a:prstGeom>
          <a:solidFill>
            <a:srgbClr val="FFFBEB"/>
          </a:solidFill>
          <a:ln w="1524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287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1A202C"/>
                </a:solidFill>
              </a:rPr>
              <a:t>Think: What is the most interesting thing you learned about Africa this term?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3246120"/>
            <a:ext cx="10149840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34440" y="3364991"/>
            <a:ext cx="347472" cy="34747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341071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364991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Pair: compare your first answer with a partner.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" y="4178808"/>
            <a:ext cx="10149840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234440" y="4297680"/>
            <a:ext cx="347472" cy="34747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4343400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4297680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Share: connect your answer to Our Term 1 SST Journey.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419088"/>
            <a:ext cx="10835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77D"/>
                </a:solidFill>
              </a:rPr>
              <a:t>Listen • Talk • Try • Explain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64592" cy="5943600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4688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</a:rPr>
              <a:t>4. 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24688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</a:rPr>
              <a:t>p7_t1_social_studies_1205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202C"/>
                </a:solidFill>
              </a:rPr>
              <a:t>Our Term 1 SST Journey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93392"/>
            <a:ext cx="10835640" cy="1005840"/>
          </a:xfrm>
          <a:prstGeom prst="roundRect">
            <a:avLst/>
          </a:prstGeom>
          <a:solidFill>
            <a:srgbClr val="FFFBEB"/>
          </a:solidFill>
          <a:ln w="1524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287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1A202C"/>
                </a:solidFill>
              </a:rPr>
              <a:t>Key idea: Introduction to the final review process and self-reflection on learning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324612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34440" y="3364991"/>
            <a:ext cx="347472" cy="347472"/>
          </a:xfrm>
          <a:prstGeom prst="ellipse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341071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364991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outcomes.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" y="406908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234440" y="4187952"/>
            <a:ext cx="347472" cy="347472"/>
          </a:xfrm>
          <a:prstGeom prst="ellipse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423367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4187952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Reviewing major themes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5840" y="489204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34440" y="5010912"/>
            <a:ext cx="347472" cy="347472"/>
          </a:xfrm>
          <a:prstGeom prst="ellipse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4440" y="505663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5010912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Celebrating our work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5840" y="571500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234440" y="5833872"/>
            <a:ext cx="347472" cy="347472"/>
          </a:xfrm>
          <a:prstGeom prst="ellipse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34440" y="587959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5833872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Preparing for compilation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419088"/>
            <a:ext cx="10835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77D"/>
                </a:solidFill>
              </a:rPr>
              <a:t>Listen • Talk • Try • Explain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64592" cy="59436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4688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</a:rPr>
              <a:t>5.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24688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</a:rPr>
              <a:t>p7_t1_social_studies_1205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202C"/>
                </a:solidFill>
              </a:rPr>
              <a:t>Organizing Our Work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93392"/>
            <a:ext cx="10835640" cy="1005840"/>
          </a:xfrm>
          <a:prstGeom prst="roundRect">
            <a:avLst/>
          </a:prstGeom>
          <a:solidFill>
            <a:srgbClr val="FFFBEB"/>
          </a:solidFill>
          <a:ln w="1524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287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1A202C"/>
                </a:solidFill>
              </a:rPr>
              <a:t>Watch the example.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324612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34440" y="3364991"/>
            <a:ext cx="347472" cy="347472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341071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364991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Collecting all Term 1 work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" y="406908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234440" y="4187952"/>
            <a:ext cx="347472" cy="347472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423367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4187952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Sorting by topic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5840" y="489204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34440" y="5010912"/>
            <a:ext cx="347472" cy="347472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4440" y="505663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5010912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Checking for missing items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5840" y="571500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234440" y="5833872"/>
            <a:ext cx="347472" cy="347472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34440" y="587959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5833872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Name the step that helped you most.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419088"/>
            <a:ext cx="10835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77D"/>
                </a:solidFill>
              </a:rPr>
              <a:t>Listen • Talk • Try • Explain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64592" cy="5943600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4688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</a:rPr>
              <a:t>6.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24688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</a:rPr>
              <a:t>p7_t1_social_studies_1205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202C"/>
                </a:solidFill>
              </a:rPr>
              <a:t>Try it together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93392"/>
            <a:ext cx="10835640" cy="1005840"/>
          </a:xfrm>
          <a:prstGeom prst="roundRect">
            <a:avLst/>
          </a:prstGeom>
          <a:solidFill>
            <a:srgbClr val="FFFBEB"/>
          </a:solidFill>
          <a:ln w="1524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287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1A202C"/>
                </a:solidFill>
              </a:rPr>
              <a:t>Why is it important to keep our maps and projects organized?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3246120"/>
            <a:ext cx="10149840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34440" y="3364991"/>
            <a:ext cx="347472" cy="347472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341071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364991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Do you have all four major projects?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" y="4178808"/>
            <a:ext cx="10149840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234440" y="4297680"/>
            <a:ext cx="347472" cy="347472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4343400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4297680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Which work needs to be at the very front of your pile?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5840" y="5111496"/>
            <a:ext cx="10149840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34440" y="5230368"/>
            <a:ext cx="347472" cy="347472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4440" y="5276088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5230368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Agree on one answer before writing.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419088"/>
            <a:ext cx="10835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77D"/>
                </a:solidFill>
              </a:rPr>
              <a:t>Listen • Talk • Try • Explain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64592" cy="5943600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4688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</a:rPr>
              <a:t>7.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24688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</a:rPr>
              <a:t>p7_t1_social_studies_1205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202C"/>
                </a:solidFill>
              </a:rPr>
              <a:t>Activity challenge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93392"/>
            <a:ext cx="10835640" cy="1005840"/>
          </a:xfrm>
          <a:prstGeom prst="roundRect">
            <a:avLst/>
          </a:prstGeom>
          <a:solidFill>
            <a:srgbClr val="FFFBEB"/>
          </a:solidFill>
          <a:ln w="1524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287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1A202C"/>
                </a:solidFill>
              </a:rPr>
              <a:t>Group task: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324612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34440" y="3364991"/>
            <a:ext cx="347472" cy="347472"/>
          </a:xfrm>
          <a:prstGeom prst="ellipse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341071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364991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Students participate in a whole-class discussion, sharing their most memorable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" y="406908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234440" y="4187952"/>
            <a:ext cx="347472" cy="347472"/>
          </a:xfrm>
          <a:prstGeom prst="ellipse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423367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4187952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lessons and identifying the different pieces of work they have produced over the last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5840" y="489204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34440" y="5010912"/>
            <a:ext cx="347472" cy="347472"/>
          </a:xfrm>
          <a:prstGeom prst="ellipse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4440" y="505663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5010912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12 weeks.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5840" y="571500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234440" y="5833872"/>
            <a:ext cx="347472" cy="347472"/>
          </a:xfrm>
          <a:prstGeom prst="ellipse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34440" y="587959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5833872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Students individually sort their maps and written projects according to the sequence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5840" y="653796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234440" y="6656832"/>
            <a:ext cx="347472" cy="347472"/>
          </a:xfrm>
          <a:prstGeom prst="ellipse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4440" y="670255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83080" y="6656832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provided on the blackboard, ensuring all pages are present and in good...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419088"/>
            <a:ext cx="10835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77D"/>
                </a:solidFill>
              </a:rPr>
              <a:t>Listen • Talk • Try • Explain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64592" cy="59436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4688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</a:rPr>
              <a:t>8. EXIT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24688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</a:rPr>
              <a:t>p7_t1_social_studies_1205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202C"/>
                </a:solidFill>
              </a:rPr>
              <a:t>Exit ticket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93392"/>
            <a:ext cx="10835640" cy="1005840"/>
          </a:xfrm>
          <a:prstGeom prst="roundRect">
            <a:avLst/>
          </a:prstGeom>
          <a:solidFill>
            <a:srgbClr val="FFFBEB"/>
          </a:solidFill>
          <a:ln w="1524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287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1A202C"/>
                </a:solidFill>
              </a:rPr>
              <a:t>Answer: Where will you keep this portfolio for revision?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3246120"/>
            <a:ext cx="10149840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34440" y="3364991"/>
            <a:ext cx="347472" cy="347472"/>
          </a:xfrm>
          <a:prstGeom prst="ellipse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341071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364991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Use one complete sentence.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" y="4178808"/>
            <a:ext cx="10149840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234440" y="4297680"/>
            <a:ext cx="347472" cy="347472"/>
          </a:xfrm>
          <a:prstGeom prst="ellipse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4343400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4297680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Hand in or read your answer aloud.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419088"/>
            <a:ext cx="10835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77D"/>
                </a:solidFill>
              </a:rPr>
              <a:t>Listen • Talk • Try • Explain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