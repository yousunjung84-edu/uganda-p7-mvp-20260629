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Living Together in Africa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Social Studies</a:t>
            </a:r>
          </a:p>
          <a:p>
            <a:pPr algn="ctr"/>
            <a:r>
              <a:rPr sz="2200"/>
              <a:t>By the end of the lesson, learners will be able to organize and compile their Term 1</a:t>
            </a:r>
          </a:p>
          <a:p>
            <a:pPr algn="ctr"/>
            <a:r>
              <a:rPr sz="2200"/>
              <a:t>Social Studies maps and projects into a structured portfolio for final review.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Our Term 1 SST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Reviewing major themes</a:t>
            </a:r>
          </a:p>
          <a:p>
            <a:pPr>
              <a:spcAft>
                <a:spcPts val="800"/>
              </a:spcAft>
              <a:defRPr sz="2200"/>
            </a:pPr>
            <a:r>
              <a:t>Celebrating our work</a:t>
            </a:r>
          </a:p>
          <a:p>
            <a:pPr>
              <a:spcAft>
                <a:spcPts val="800"/>
              </a:spcAft>
              <a:defRPr sz="2200"/>
            </a:pPr>
            <a:r>
              <a:t>Preparing for compilation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Organizing 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Collecting all Term 1 work</a:t>
            </a:r>
          </a:p>
          <a:p>
            <a:pPr>
              <a:spcAft>
                <a:spcPts val="800"/>
              </a:spcAft>
              <a:defRPr sz="2200"/>
            </a:pPr>
            <a:r>
              <a:t>Sorting by topic</a:t>
            </a:r>
          </a:p>
          <a:p>
            <a:pPr>
              <a:spcAft>
                <a:spcPts val="800"/>
              </a:spcAft>
              <a:defRPr sz="2200"/>
            </a:pPr>
            <a:r>
              <a:t>Checking for missing items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Africa Review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Recalling key facts</a:t>
            </a:r>
          </a:p>
          <a:p>
            <a:pPr>
              <a:spcAft>
                <a:spcPts val="800"/>
              </a:spcAft>
              <a:defRPr sz="2200"/>
            </a:pPr>
            <a:r>
              <a:t>Connecting features to climate</a:t>
            </a:r>
          </a:p>
          <a:p>
            <a:pPr>
              <a:spcAft>
                <a:spcPts val="800"/>
              </a:spcAft>
              <a:defRPr sz="2200"/>
            </a:pPr>
            <a:r>
              <a:t>Understanding vegetation distribution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Quality Check: Map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Checking map keys</a:t>
            </a:r>
          </a:p>
          <a:p>
            <a:pPr>
              <a:spcAft>
                <a:spcPts val="800"/>
              </a:spcAft>
              <a:defRPr sz="2200"/>
            </a:pPr>
            <a:r>
              <a:t>Verifying labels</a:t>
            </a:r>
          </a:p>
          <a:p>
            <a:pPr>
              <a:spcAft>
                <a:spcPts val="800"/>
              </a:spcAft>
              <a:defRPr sz="2200"/>
            </a:pPr>
            <a:r>
              <a:t>Ensuring neatness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Final Portfolio Compilation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Creating a cover page</a:t>
            </a:r>
          </a:p>
          <a:p>
            <a:pPr>
              <a:spcAft>
                <a:spcPts val="800"/>
              </a:spcAft>
              <a:defRPr sz="2200"/>
            </a:pPr>
            <a:r>
              <a:t>Binding with sisal/staples</a:t>
            </a:r>
          </a:p>
          <a:p>
            <a:pPr>
              <a:spcAft>
                <a:spcPts val="800"/>
              </a:spcAft>
              <a:defRPr sz="2200"/>
            </a:pPr>
            <a:r>
              <a:t>Displaying our achievements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