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UGANDA P7 LESSON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p7_t1_social_studies_1205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07008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11827"/>
                </a:solidFill>
                <a:latin typeface="Arial"/>
              </a:rPr>
              <a:t>Living Together in Africa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2423160"/>
            <a:ext cx="9921240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2743200"/>
            <a:ext cx="9281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D4ED8"/>
                </a:solidFill>
                <a:latin typeface="Arial"/>
              </a:rPr>
              <a:t>Social Studies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355848"/>
            <a:ext cx="89154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11827"/>
                </a:solidFill>
                <a:latin typeface="Arial"/>
              </a:rPr>
              <a:t>Big question: What is the most interesting thing you learned abou...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5074920"/>
            <a:ext cx="9921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475569"/>
                </a:solidFill>
                <a:latin typeface="Arial"/>
              </a:rPr>
              <a:t>Think silently → pair talk → share one idea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2. 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p7_t1_social_studies_1205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Today's mission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Goal: I can organize and compile their Term 1 Social Studies...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You will use: Our Term 1 SST Journey, Organizing Our 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Success: explain, try, and answer in your own words.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3. STARTER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p7_t1_social_studies_1205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Starter: think first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Think: What is the most interesting thing you learned about Afric...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Pair: compare your first answer with a partner.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Share: connect your answer to Our Term 1 SST Journey.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4. CONCEPT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p7_t1_social_studies_1205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Our Term 1 SST Journey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Key idea: Introduction to the final review process and self-refle...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Reviewing major themes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Celebrating our work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Preparing for compilation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5.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p7_t1_social_studies_1205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Organizing Our Work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Watch the example.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Collecting all Term 1 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Sorting by topic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Checking for missing items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6.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p7_t1_social_studies_1205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Try it together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Why is it important to keep our maps and projects organized?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Do you have all four major projects?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Which work needs to be at the very front of your pile?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Agree on one answer before writing.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7. ACTIVITY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p7_t1_social_studies_1205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Activity challenge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Group task: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Students participate in a whole-class discussion, sharing their m...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Students individually sort their maps and written projects accord...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In small groups, learners quiz each other on the key facts repres...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8. EXIT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p7_t1_social_studies_1205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Exit ticket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Answer: Where will you keep this portfolio for revision?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Use one complete sentence.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Hand in or read your answer aloud.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