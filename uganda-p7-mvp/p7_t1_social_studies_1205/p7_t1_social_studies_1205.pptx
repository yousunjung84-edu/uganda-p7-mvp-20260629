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024128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Living Together in Africa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794760" cy="434340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52400" bIns="38100"/>
          <a:lstStyle/>
          <a:p>
            <a:pPr algn="ctr"/>
            <a:r>
              <a:rPr sz="1800" b="1">
                <a:solidFill>
                  <a:srgbClr val="1D4ED8"/>
                </a:solidFill>
                <a:latin typeface="Arial"/>
              </a:rPr>
              <a:t>Social Studies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4383" y="3090672"/>
            <a:ext cx="1592884" cy="113157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00707" y="3291840"/>
            <a:ext cx="551383" cy="301751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43987" y="3694176"/>
            <a:ext cx="459485" cy="2514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64738" y="2990088"/>
            <a:ext cx="551383" cy="452628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74573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Social Studies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50468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Look • wonder • predict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1965960"/>
            <a:ext cx="6355080" cy="3520440"/>
          </a:xfrm>
          <a:prstGeom prst="roundRect">
            <a:avLst/>
          </a:prstGeom>
          <a:solidFill>
            <a:srgbClr val="FFF7E0"/>
          </a:solidFill>
          <a:ln w="2032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267712"/>
            <a:ext cx="5623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Arial"/>
              </a:rPr>
              <a:t>OPENING 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2" y="2788920"/>
            <a:ext cx="5577840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Big question: What is the most interesting thing you learned about Africa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4315968"/>
            <a:ext cx="5577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First think alone. Then tell a partner one possible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organize and compile their Term 1 Social Studies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Our Term 1 SST Journey, Organizing Our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34025" y="5409590"/>
            <a:ext cx="1331366" cy="3703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90057" y="5475427"/>
            <a:ext cx="460857" cy="98755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27724" y="5607100"/>
            <a:ext cx="384048" cy="822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62979" y="5376672"/>
            <a:ext cx="460857" cy="1481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is the most interesting thing you learned about Africa this term?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Our Term 1 SST Journey.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Our Term 1 SST Journey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828800"/>
            <a:ext cx="3337560" cy="4160520"/>
          </a:xfrm>
          <a:prstGeom prst="roundRect">
            <a:avLst/>
          </a:prstGeom>
          <a:solidFill>
            <a:srgbClr val="FFF7E0"/>
          </a:solidFill>
          <a:ln w="1905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82826" y="2734056"/>
            <a:ext cx="1402689" cy="92583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52574" y="2898648"/>
            <a:ext cx="485546" cy="246888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9045" y="3227832"/>
            <a:ext cx="404622" cy="2057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77616" y="2651760"/>
            <a:ext cx="485546" cy="370332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04164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Social Studies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617720"/>
            <a:ext cx="29077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87490"/>
                </a:solidFill>
                <a:latin typeface="Arial"/>
              </a:rPr>
              <a:t>KEY IDEA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919472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Key idea: Introduction to the final review process and self-reflection on learning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1874519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1874519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221991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03911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Reviewing major themes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310896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310896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4564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327355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Celebrating our 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4343400"/>
            <a:ext cx="6812280" cy="932688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0" y="4343400"/>
            <a:ext cx="566928" cy="932688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69087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58384" y="4507992"/>
            <a:ext cx="57881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Preparing for compilation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Organizing Our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28800"/>
            <a:ext cx="7360920" cy="4251960"/>
          </a:xfrm>
          <a:prstGeom prst="roundRect">
            <a:avLst/>
          </a:prstGeom>
          <a:solidFill>
            <a:srgbClr val="1F2937"/>
          </a:solidFill>
          <a:ln w="1905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84831"/>
            <a:ext cx="6812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CD116"/>
                </a:solidFill>
                <a:latin typeface="Arial"/>
              </a:rPr>
              <a:t>BOARD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78608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1. Collecting all Term 1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54679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2. Sorting by topic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30752"/>
            <a:ext cx="6583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Arial"/>
              </a:rPr>
              <a:t>3. Checking for missing items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1828800"/>
            <a:ext cx="2697480" cy="4251960"/>
          </a:xfrm>
          <a:prstGeom prst="roundRect">
            <a:avLst/>
          </a:prstGeom>
          <a:solidFill>
            <a:srgbClr val="FFF7E0"/>
          </a:solidFill>
          <a:ln w="1651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98533" y="2737713"/>
            <a:ext cx="974750" cy="76123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85985" y="2873044"/>
            <a:ext cx="337413" cy="2029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79634" y="3143707"/>
            <a:ext cx="281177" cy="1691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198303" y="2670048"/>
            <a:ext cx="337413" cy="304495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3767328"/>
            <a:ext cx="187451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Social Studies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4526280"/>
            <a:ext cx="205740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Teacher models first. Learners copy the pattern, then explain the step.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19072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743200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898648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889504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Why is it important to keep our maps and projects organized?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3264408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822191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78992" y="3977639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968496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Do you have all four major projects?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4343400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4901183"/>
            <a:ext cx="10378440" cy="80467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" y="5056631"/>
            <a:ext cx="475488" cy="475488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5047488"/>
            <a:ext cx="56235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Arial"/>
              </a:rPr>
              <a:t>Which work needs to be at the very front of your pile?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5422392"/>
            <a:ext cx="3246120" cy="3657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989320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the source idea, not guessing.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3063240" cy="434340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562709" y="2565806"/>
            <a:ext cx="1212494" cy="7818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95881" y="2704795"/>
            <a:ext cx="419709" cy="208483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5542" y="2982772"/>
            <a:ext cx="349757" cy="17373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681935" y="2496312"/>
            <a:ext cx="419709" cy="312724"/>
          </a:xfrm>
          <a:prstGeom prst="ellipse">
            <a:avLst/>
          </a:prstGeom>
          <a:solidFill>
            <a:srgbClr val="FFFF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630168"/>
            <a:ext cx="2331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Social Studies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315968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B7F3A"/>
                </a:solidFill>
                <a:latin typeface="Arial"/>
              </a:rPr>
              <a:t>GROUP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75488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Arial"/>
              </a:rPr>
              <a:t>Produce one answer the class can check.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1828800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1828800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144268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4" y="1993392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Participate in a whole-class discussion, sharing their most memorable lessons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2999232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2999232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43400" y="3314700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9784" y="3163824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Individually sort their maps and written projects according to the sequence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169664"/>
            <a:ext cx="6903720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4169664"/>
            <a:ext cx="566928" cy="868680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448513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4334256"/>
            <a:ext cx="5879592" cy="630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Arial"/>
              </a:rPr>
              <a:t>In small groups, learners quiz each other on the key facts represented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5413248"/>
            <a:ext cx="690372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5577840"/>
            <a:ext cx="6446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D90000"/>
                </a:solidFill>
                <a:latin typeface="Arial"/>
              </a:rPr>
              <a:t>Class share-out: one group explains, one group improves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p7_t1_social_studies_1205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Where will you keep this portfolio for revision?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