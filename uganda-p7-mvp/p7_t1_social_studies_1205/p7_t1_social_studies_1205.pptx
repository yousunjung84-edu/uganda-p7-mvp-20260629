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Living Together in Africa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is the most interesting thing you learned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3108960"/>
            <a:ext cx="5715000" cy="260604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20440" y="3493008"/>
            <a:ext cx="1554480" cy="1737360"/>
          </a:xfrm>
          <a:prstGeom prst="ellipse">
            <a:avLst/>
          </a:prstGeom>
          <a:solidFill>
            <a:srgbClr val="1B7F3A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4041648"/>
            <a:ext cx="201168" cy="201168"/>
          </a:xfrm>
          <a:prstGeom prst="ellipse">
            <a:avLst/>
          </a:prstGeom>
          <a:solidFill>
            <a:srgbClr val="FCD116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45736" y="40233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11827"/>
                </a:solidFill>
                <a:latin typeface="Arial"/>
              </a:rPr>
              <a:t>Uganda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264408"/>
            <a:ext cx="2084831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5400" y="3438144"/>
            <a:ext cx="256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43415" y="3675887"/>
            <a:ext cx="0" cy="1078992"/>
          </a:xfrm>
          <a:prstGeom prst="line">
            <a:avLst/>
          </a:prstGeom>
          <a:ln w="3175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03919" y="4224528"/>
            <a:ext cx="1069848" cy="0"/>
          </a:xfrm>
          <a:prstGeom prst="line">
            <a:avLst/>
          </a:prstGeom>
          <a:ln w="3175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691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01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39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9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87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97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organize and compile their Term 1 Social Studies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Our Term 1 SST Journey, Organizing Our 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34025" y="5409590"/>
            <a:ext cx="1331366" cy="3703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90057" y="5475427"/>
            <a:ext cx="460857" cy="98755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27724" y="5607100"/>
            <a:ext cx="384048" cy="822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62979" y="5376672"/>
            <a:ext cx="460857" cy="14813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is the most interesting thing you learned about Africa this term?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Our Term 1 SST Journey.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Our Term 1 SST Journey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Introduction to the final review process 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3108960"/>
            <a:ext cx="5715000" cy="260604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20440" y="3493008"/>
            <a:ext cx="1554480" cy="1737360"/>
          </a:xfrm>
          <a:prstGeom prst="ellipse">
            <a:avLst/>
          </a:prstGeom>
          <a:solidFill>
            <a:srgbClr val="1B7F3A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4041648"/>
            <a:ext cx="201168" cy="201168"/>
          </a:xfrm>
          <a:prstGeom prst="ellipse">
            <a:avLst/>
          </a:prstGeom>
          <a:solidFill>
            <a:srgbClr val="FCD116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45736" y="40233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11827"/>
                </a:solidFill>
                <a:latin typeface="Arial"/>
              </a:rPr>
              <a:t>Uganda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264408"/>
            <a:ext cx="2084831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5400" y="3438144"/>
            <a:ext cx="256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43415" y="3675887"/>
            <a:ext cx="0" cy="1078992"/>
          </a:xfrm>
          <a:prstGeom prst="line">
            <a:avLst/>
          </a:prstGeom>
          <a:ln w="3175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03919" y="4224528"/>
            <a:ext cx="1069848" cy="0"/>
          </a:xfrm>
          <a:prstGeom prst="line">
            <a:avLst/>
          </a:prstGeom>
          <a:ln w="3175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691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01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Reviewing major themes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39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9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Celebrating our work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87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97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Preparing for compilation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Organizing Our 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3108960"/>
            <a:ext cx="5715000" cy="260604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20440" y="3493008"/>
            <a:ext cx="1554480" cy="1737360"/>
          </a:xfrm>
          <a:prstGeom prst="ellipse">
            <a:avLst/>
          </a:prstGeom>
          <a:solidFill>
            <a:srgbClr val="1B7F3A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4041648"/>
            <a:ext cx="201168" cy="201168"/>
          </a:xfrm>
          <a:prstGeom prst="ellipse">
            <a:avLst/>
          </a:prstGeom>
          <a:solidFill>
            <a:srgbClr val="FCD116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45736" y="40233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11827"/>
                </a:solidFill>
                <a:latin typeface="Arial"/>
              </a:rPr>
              <a:t>Uganda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264408"/>
            <a:ext cx="2084831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5400" y="3438144"/>
            <a:ext cx="256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43415" y="3675887"/>
            <a:ext cx="0" cy="1078992"/>
          </a:xfrm>
          <a:prstGeom prst="line">
            <a:avLst/>
          </a:prstGeom>
          <a:ln w="3175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03919" y="4224528"/>
            <a:ext cx="1069848" cy="0"/>
          </a:xfrm>
          <a:prstGeom prst="line">
            <a:avLst/>
          </a:prstGeom>
          <a:ln w="3175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691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01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Collecting all Term 1 work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39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9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Sorting by topic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87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97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Checking for missing items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Why is it important to keep our maps and projects organized?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Do you have all four major projects?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Which work needs to be at the very front of your pile?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3108960"/>
            <a:ext cx="5715000" cy="260604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20440" y="3493008"/>
            <a:ext cx="1554480" cy="1737360"/>
          </a:xfrm>
          <a:prstGeom prst="ellipse">
            <a:avLst/>
          </a:prstGeom>
          <a:solidFill>
            <a:srgbClr val="1B7F3A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4041648"/>
            <a:ext cx="201168" cy="201168"/>
          </a:xfrm>
          <a:prstGeom prst="ellipse">
            <a:avLst/>
          </a:prstGeom>
          <a:solidFill>
            <a:srgbClr val="FCD116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45736" y="40233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11827"/>
                </a:solidFill>
                <a:latin typeface="Arial"/>
              </a:rPr>
              <a:t>Uganda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264408"/>
            <a:ext cx="2084831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5400" y="3438144"/>
            <a:ext cx="256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43415" y="3675887"/>
            <a:ext cx="0" cy="1078992"/>
          </a:xfrm>
          <a:prstGeom prst="line">
            <a:avLst/>
          </a:prstGeom>
          <a:ln w="3175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03919" y="4224528"/>
            <a:ext cx="1069848" cy="0"/>
          </a:xfrm>
          <a:prstGeom prst="line">
            <a:avLst/>
          </a:prstGeom>
          <a:ln w="3175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691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01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Participate in a whole-class discussion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39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9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Individually sort their maps and written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87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97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In small groups, learners quiz each other 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Where will you keep this portfolio for revision?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