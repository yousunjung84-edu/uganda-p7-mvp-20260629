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1.1 School Holidays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Where is Nakato going?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80360" y="4023360"/>
            <a:ext cx="3200399" cy="822960"/>
          </a:xfrm>
          <a:prstGeom prst="line">
            <a:avLst/>
          </a:prstGeom>
          <a:ln w="381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59" y="4023360"/>
            <a:ext cx="3200401" cy="822960"/>
          </a:xfrm>
          <a:prstGeom prst="line">
            <a:avLst/>
          </a:prstGeom>
          <a:ln w="381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5511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18" name="Oval 17"/>
          <p:cNvSpPr/>
          <p:nvPr/>
        </p:nvSpPr>
        <p:spPr>
          <a:xfrm>
            <a:off x="5751575" y="369417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8770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52628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21" name="Oval 20"/>
          <p:cNvSpPr/>
          <p:nvPr/>
        </p:nvSpPr>
        <p:spPr>
          <a:xfrm>
            <a:off x="89519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listen to a story and identify key plans.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Nakato’s Holiday Story, New Holiday Words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2819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50915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90057" y="5376672"/>
            <a:ext cx="947318" cy="49377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524804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6438" y="5623560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6438" y="5722315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Where is Nakato going?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Nakato’s Holiday Story.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Nakato’s Holiday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Listen for Nakato’s trip to her grandmother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80360" y="4023360"/>
            <a:ext cx="3200399" cy="822960"/>
          </a:xfrm>
          <a:prstGeom prst="line">
            <a:avLst/>
          </a:prstGeom>
          <a:ln w="3810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59" y="4023360"/>
            <a:ext cx="3200401" cy="822960"/>
          </a:xfrm>
          <a:prstGeom prst="line">
            <a:avLst/>
          </a:prstGeom>
          <a:ln w="3810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5511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Listen to the story carefully</a:t>
            </a:r>
          </a:p>
        </p:txBody>
      </p:sp>
      <p:sp>
        <p:nvSpPr>
          <p:cNvPr id="18" name="Oval 17"/>
          <p:cNvSpPr/>
          <p:nvPr/>
        </p:nvSpPr>
        <p:spPr>
          <a:xfrm>
            <a:off x="5751575" y="369417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8770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87490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52628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Identify the characters</a:t>
            </a:r>
          </a:p>
        </p:txBody>
      </p:sp>
      <p:sp>
        <p:nvSpPr>
          <p:cNvPr id="21" name="Oval 20"/>
          <p:cNvSpPr/>
          <p:nvPr/>
        </p:nvSpPr>
        <p:spPr>
          <a:xfrm>
            <a:off x="89519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List the places Nakato plans to visit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New Holiday Words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80360" y="4023360"/>
            <a:ext cx="3200399" cy="822960"/>
          </a:xfrm>
          <a:prstGeom prst="line">
            <a:avLst/>
          </a:prstGeom>
          <a:ln w="381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59" y="4023360"/>
            <a:ext cx="3200401" cy="822960"/>
          </a:xfrm>
          <a:prstGeom prst="line">
            <a:avLst/>
          </a:prstGeom>
          <a:ln w="381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5511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Travel: To go from one place to another</a:t>
            </a:r>
          </a:p>
        </p:txBody>
      </p:sp>
      <p:sp>
        <p:nvSpPr>
          <p:cNvPr id="18" name="Oval 17"/>
          <p:cNvSpPr/>
          <p:nvPr/>
        </p:nvSpPr>
        <p:spPr>
          <a:xfrm>
            <a:off x="5751575" y="369417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8770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7706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52628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Up-country: Rural areas/the village</a:t>
            </a:r>
          </a:p>
        </p:txBody>
      </p:sp>
      <p:sp>
        <p:nvSpPr>
          <p:cNvPr id="21" name="Oval 20"/>
          <p:cNvSpPr/>
          <p:nvPr/>
        </p:nvSpPr>
        <p:spPr>
          <a:xfrm>
            <a:off x="89519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Relatives: Family members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will she do in the village?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Who is she going to visit?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another word for 'start'?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80360" y="4023360"/>
            <a:ext cx="3200399" cy="822960"/>
          </a:xfrm>
          <a:prstGeom prst="line">
            <a:avLst/>
          </a:prstGeom>
          <a:ln w="381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59" y="4023360"/>
            <a:ext cx="3200401" cy="822960"/>
          </a:xfrm>
          <a:prstGeom prst="line">
            <a:avLst/>
          </a:prstGeom>
          <a:ln w="381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5511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Listen to the story; whisper two Nakato plans</a:t>
            </a:r>
          </a:p>
        </p:txBody>
      </p:sp>
      <p:sp>
        <p:nvSpPr>
          <p:cNvPr id="18" name="Oval 17"/>
          <p:cNvSpPr/>
          <p:nvPr/>
        </p:nvSpPr>
        <p:spPr>
          <a:xfrm>
            <a:off x="5751575" y="369417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8770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52628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Copy the words and definitions neatly</a:t>
            </a:r>
          </a:p>
        </p:txBody>
      </p:sp>
      <p:sp>
        <p:nvSpPr>
          <p:cNvPr id="21" name="Oval 20"/>
          <p:cNvSpPr/>
          <p:nvPr/>
        </p:nvSpPr>
        <p:spPr>
          <a:xfrm>
            <a:off x="89519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Repeat together, then do a pronoun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Where will you be in three weeks?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Listening for 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