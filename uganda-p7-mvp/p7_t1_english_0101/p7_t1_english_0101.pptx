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/>
              <a:t>1.1 School Holidays / 1A Holiday Plans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743200"/>
            <a:ext cx="93268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/>
              <a:t>English</a:t>
            </a:r>
          </a:p>
          <a:p>
            <a:pPr algn="ctr"/>
            <a:r>
              <a:rPr sz="2200"/>
              <a:t>The learner listens to a short narrative and identifies specific future plans</a:t>
            </a:r>
          </a:p>
          <a:p>
            <a:pPr algn="ctr"/>
            <a:r>
              <a:rPr sz="2200"/>
              <a:t>mentioned.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Nakato’s Holiday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Listen to the story carefully.</a:t>
            </a:r>
          </a:p>
          <a:p>
            <a:pPr>
              <a:spcAft>
                <a:spcPts val="800"/>
              </a:spcAft>
              <a:defRPr sz="2200"/>
            </a:pPr>
            <a:r>
              <a:t>Identify the characters.</a:t>
            </a:r>
          </a:p>
          <a:p>
            <a:pPr>
              <a:spcAft>
                <a:spcPts val="800"/>
              </a:spcAft>
              <a:defRPr sz="2200"/>
            </a:pPr>
            <a:r>
              <a:t>List the places Nakato plans to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New Holiday Words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Up-country: The village/rural area.</a:t>
            </a:r>
          </a:p>
          <a:p>
            <a:pPr>
              <a:spcAft>
                <a:spcPts val="800"/>
              </a:spcAft>
              <a:defRPr sz="2200"/>
            </a:pPr>
            <a:r>
              <a:t>Commence: To start or begin.</a:t>
            </a:r>
          </a:p>
          <a:p>
            <a:pPr>
              <a:spcAft>
                <a:spcPts val="800"/>
              </a:spcAft>
              <a:defRPr sz="2200"/>
            </a:pPr>
            <a:r>
              <a:t>Relatives: Family members like aunts and cousins.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Talking About the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Use 'am going to' for your own plans.</a:t>
            </a:r>
          </a:p>
          <a:p>
            <a:pPr>
              <a:spcAft>
                <a:spcPts val="800"/>
              </a:spcAft>
              <a:defRPr sz="2200"/>
            </a:pPr>
            <a:r>
              <a:t>Use 'is going to' for one person.</a:t>
            </a:r>
          </a:p>
          <a:p>
            <a:pPr>
              <a:spcAft>
                <a:spcPts val="800"/>
              </a:spcAft>
              <a:defRPr sz="2200"/>
            </a:pPr>
            <a:r>
              <a:t>Use 'are going to' for many people.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What Are Your Plans?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Ask: "Where are you going to go?"</a:t>
            </a:r>
          </a:p>
          <a:p>
            <a:pPr>
              <a:spcAft>
                <a:spcPts val="800"/>
              </a:spcAft>
              <a:defRPr sz="2200"/>
            </a:pPr>
            <a:r>
              <a:t>Answer: "I am going to go to..."</a:t>
            </a:r>
          </a:p>
          <a:p>
            <a:pPr>
              <a:spcAft>
                <a:spcPts val="800"/>
              </a:spcAft>
              <a:defRPr sz="2200"/>
            </a:pPr>
            <a:r>
              <a:t>Ask: "Who are you going to see?"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Reading: Our Upcoming Vacation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Read the text silently.</a:t>
            </a:r>
          </a:p>
          <a:p>
            <a:pPr>
              <a:spcAft>
                <a:spcPts val="800"/>
              </a:spcAft>
              <a:defRPr sz="2200"/>
            </a:pPr>
            <a:r>
              <a:t>Look for the names of the towns.</a:t>
            </a:r>
          </a:p>
          <a:p>
            <a:pPr>
              <a:spcAft>
                <a:spcPts val="800"/>
              </a:spcAft>
              <a:defRPr sz="2200"/>
            </a:pPr>
            <a:r>
              <a:t>Find the dates mentioned.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Writing My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Start with a clear sentence.</a:t>
            </a:r>
          </a:p>
          <a:p>
            <a:pPr>
              <a:spcAft>
                <a:spcPts val="800"/>
              </a:spcAft>
              <a:defRPr sz="2200"/>
            </a:pPr>
            <a:r>
              <a:t>Use "I am going to..."</a:t>
            </a:r>
          </a:p>
          <a:p>
            <a:pPr>
              <a:spcAft>
                <a:spcPts val="800"/>
              </a:spcAft>
              <a:defRPr sz="2200"/>
            </a:pPr>
            <a:r>
              <a:t>Mention at least two activities.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What will she do in the village?</a:t>
            </a:r>
          </a:p>
          <a:p>
            <a:pPr>
              <a:spcAft>
                <a:spcPts val="800"/>
              </a:spcAft>
              <a:defRPr sz="2200"/>
            </a:pPr>
            <a:r>
              <a:t>Who is she going to visit?</a:t>
            </a:r>
          </a:p>
          <a:p>
            <a:pPr>
              <a:spcAft>
                <a:spcPts val="800"/>
              </a:spcAft>
              <a:defRPr sz="2200"/>
            </a:pPr>
            <a:r>
              <a:t>What is another word for 'start'?</a:t>
            </a:r>
          </a:p>
          <a:p>
            <a:pPr>
              <a:spcAft>
                <a:spcPts val="800"/>
              </a:spcAft>
              <a:defRPr sz="2200"/>
            </a:pPr>
            <a:r>
              <a:t>Who are your relatives?</a:t>
            </a:r>
          </a:p>
          <a:p>
            <a:pPr>
              <a:spcAft>
                <a:spcPts val="800"/>
              </a:spcAft>
              <a:defRPr sz="2200"/>
            </a:pPr>
            <a:r>
              <a:t>Write one answer clearly in your notebook.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