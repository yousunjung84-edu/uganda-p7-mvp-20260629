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UGANDA P7 LESSON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0700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1.1 School Holidays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2423160"/>
            <a:ext cx="992124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2743200"/>
            <a:ext cx="9281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D4ED8"/>
                </a:solidFill>
                <a:latin typeface="Arial"/>
              </a:rPr>
              <a:t>English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355848"/>
            <a:ext cx="89154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11827"/>
                </a:solidFill>
                <a:latin typeface="Arial"/>
              </a:rPr>
              <a:t>Big question: Where is Nakato going?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5074920"/>
            <a:ext cx="9921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475569"/>
                </a:solidFill>
                <a:latin typeface="Arial"/>
              </a:rPr>
              <a:t>Think silently → pair talk → share one idea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listen to a story and identify key plans.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You will use: Nakato’s Holiday Story, New Holiday Words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Success: explain, try, and answer in your own words.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Think: Where is Nakato going?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Pair: compare your first answer with a partner.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Share: connect your answer to Nakato’s Holiday Story.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Nakato’s Holiday Story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Key idea: Listening comprehension focused on a story about Nakato...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Listen to the story carefully.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Identify the characters.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List the places Nakato plans to visit.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New Holiday Words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Model the example step by step.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Travel: To go from one place to another.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Up-country: Rural areas/the village.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Relatives: Family members.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What will she do in the village?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Who is she going to visit?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What is another word for 'start'?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Agree on one answer before writing.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Group task: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Students listen to the teacher's story and then turn to a neighbo...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Students copy the words and definitions into their exercise books...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Whole class choral repetition followed by a 'substitution drill'...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Answer: Where will you be in three weeks?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Include one key word: Listening for detail, Future tense ("will"...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