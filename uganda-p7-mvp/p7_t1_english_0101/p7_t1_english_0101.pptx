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LESSON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4688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p7_t1_english_0101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A202C"/>
                </a:solidFill>
              </a:rPr>
              <a:t>1.1 School Holidays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2743200"/>
            <a:ext cx="9921240" cy="219456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2999232"/>
            <a:ext cx="9189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</a:rPr>
              <a:t>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611880"/>
            <a:ext cx="9189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1A202C"/>
                </a:solidFill>
              </a:rPr>
              <a:t>Big question: Where is Nakato going?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617720"/>
            <a:ext cx="9189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B677D"/>
                </a:solidFill>
              </a:rPr>
              <a:t>Think silently first. Then be ready to explain one idea.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2. 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p7_t1_english_0101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Today's mission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Goal: I can listen to a short narrative and identifies specific future plans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mentioned.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You will use: Nakato’s Holiday Story, New Holiday Words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Success: explain, try, and answer in your own words.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3.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p7_t1_english_0101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Starter: think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Think: Where is Nakato going?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Pair: compare your first answer with a partner.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Share: connect your answer to Nakato’s Holiday Story.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4.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p7_t1_english_0101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Nakato’s Holiday Story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Key idea: Listening comprehension focused on a story about Nakato’s plan to visit her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grandmother up-country.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Listen to the story carefully.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Identify the characters.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List the places Nakato plans to visit.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5.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p7_t1_english_0101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New Holiday Words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Model the example step by step.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Travel: To go from one place to another.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Up-country: Rural areas/the village.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Relatives: Family members.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6.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p7_t1_english_0101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Try it together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What will she do in the village?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Who is she going to visit?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What is another word for 'start'?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Agree on one answer before writing.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7.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p7_t1_english_0101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Activity challenge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Group task: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Students listen to the teacher's story and then turn to a neighbor to whisper two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things Nakato plans to 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Students copy the words and definitions into their exercise books and underline them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using a ruler.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653796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34440" y="665683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4440" y="670255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665683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Whole class choral repetition followed by a 'substitution drill' where the teacher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8. EXIT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p7_t1_english_0101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Exit ticket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Answer: Where will you be in three weeks?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Use one complete sentence.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Include one key word: Listening for detail, Future tense ("will", "going to")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Hand in or read your answer aloud.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