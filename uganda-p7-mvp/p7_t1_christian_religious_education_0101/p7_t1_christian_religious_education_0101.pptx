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Christians and the Holy Spirit (Topic 1: Enriched in the Spirit)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Christian Religious Education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Can you see the wind?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define the Holy Spirit and recognize Him as the third person of the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Trinity.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What is a Spirit?, Defining the Holy Spirit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Can you see the wind?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What is a Spirit?.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What is a Spirit?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Introduction to the "Spirit" concept. Just as wind is invisible but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powerful, a spirit is a non-physical being.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 spirit is invisible.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We see the effects of a spirit, like we see wind moving trees.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The Spirit is the "breath" of God.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Defining the Holy Spirit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Model the example step by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2. The Holy Spirit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He is God's presence in 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He is the "Gift and the Giver."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How do you know the wind is there?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Is God visible to our physical eyes?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Who is the Holy Spirit?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blow on their hands and observe trees moving outside to understand the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concept of an invisible but real force.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discuss in pairs what it means to receive a gift that is also the person who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gave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Teacher demonstrates the Trinity using the three-stone stove analogy while learners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p7_t1_christian_religious_education_0101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Can you name the three persons?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Include one key word: Spirit, Invisible, Wind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