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/>
              <a:t>Christians and the Holy Spirit (Topic 1: Enriched in the Spirit)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743200"/>
            <a:ext cx="9326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/>
              <a:t>Christian Religious Education</a:t>
            </a:r>
          </a:p>
          <a:p>
            <a:pPr algn="ctr"/>
            <a:r>
              <a:rPr sz="2200"/>
              <a:t>By the end of the lesson, learners will be able to define the Holy Spirit and</a:t>
            </a:r>
          </a:p>
          <a:p>
            <a:pPr algn="ctr"/>
            <a:r>
              <a:rPr sz="2200"/>
              <a:t>recognize Him as the third person of the Trinity.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What is a Spirit?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 spirit is invisible.</a:t>
            </a:r>
          </a:p>
          <a:p>
            <a:pPr>
              <a:spcAft>
                <a:spcPts val="800"/>
              </a:spcAft>
              <a:defRPr sz="2200"/>
            </a:pPr>
            <a:r>
              <a:t>We see the effects of a spirit, like we see wind moving trees.</a:t>
            </a:r>
          </a:p>
          <a:p>
            <a:pPr>
              <a:spcAft>
                <a:spcPts val="800"/>
              </a:spcAft>
              <a:defRPr sz="2200"/>
            </a:pPr>
            <a:r>
              <a:t>The Spirit is the "breath" of God.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Defining the Holy Spirit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The Holy Spirit is God in us.</a:t>
            </a:r>
          </a:p>
          <a:p>
            <a:pPr>
              <a:spcAft>
                <a:spcPts val="800"/>
              </a:spcAft>
              <a:defRPr sz="2200"/>
            </a:pPr>
            <a:r>
              <a:t>He is our greatest gift.</a:t>
            </a:r>
          </a:p>
          <a:p>
            <a:pPr>
              <a:spcAft>
                <a:spcPts val="800"/>
              </a:spcAft>
              <a:defRPr sz="2200"/>
            </a:pPr>
            <a:r>
              <a:t>He is the Spirit of truth and love.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Holy Trinity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Trinity means "Three in One."</a:t>
            </a:r>
          </a:p>
          <a:p>
            <a:pPr>
              <a:spcAft>
                <a:spcPts val="800"/>
              </a:spcAft>
              <a:defRPr sz="2200"/>
            </a:pPr>
            <a:r>
              <a:t>1st Person: God the Father (Creator).</a:t>
            </a:r>
          </a:p>
          <a:p>
            <a:pPr>
              <a:spcAft>
                <a:spcPts val="800"/>
              </a:spcAft>
              <a:defRPr sz="2200"/>
            </a:pPr>
            <a:r>
              <a:t>2nd Person: God the Son (Redeemer).</a:t>
            </a:r>
          </a:p>
          <a:p>
            <a:pPr>
              <a:spcAft>
                <a:spcPts val="800"/>
              </a:spcAft>
              <a:defRPr sz="2200"/>
            </a:pPr>
            <a:r>
              <a:t>3rd Person: God the Holy Spirit (Helper).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One God, Three Persons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All three persons are equal.</a:t>
            </a:r>
          </a:p>
          <a:p>
            <a:pPr>
              <a:spcAft>
                <a:spcPts val="800"/>
              </a:spcAft>
              <a:defRPr sz="2200"/>
            </a:pPr>
            <a:r>
              <a:t>They work together in unity.</a:t>
            </a:r>
          </a:p>
          <a:p>
            <a:pPr>
              <a:spcAft>
                <a:spcPts val="800"/>
              </a:spcAft>
              <a:defRPr sz="2200"/>
            </a:pPr>
            <a:r>
              <a:t>The Holy Spirit is fully God.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Lesson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104241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Definition of Holy Spirit.</a:t>
            </a:r>
          </a:p>
          <a:p>
            <a:pPr>
              <a:spcAft>
                <a:spcPts val="800"/>
              </a:spcAft>
              <a:defRPr sz="2200"/>
            </a:pPr>
            <a:r>
              <a:t>The Trinity Structure.</a:t>
            </a:r>
          </a:p>
          <a:p>
            <a:pPr>
              <a:spcAft>
                <a:spcPts val="800"/>
              </a:spcAft>
              <a:defRPr sz="2200"/>
            </a:pPr>
            <a:r>
              <a:t>Our relationship with the Spirit.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