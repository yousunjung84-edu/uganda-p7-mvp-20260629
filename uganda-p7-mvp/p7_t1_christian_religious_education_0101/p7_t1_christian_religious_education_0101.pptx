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Christians and the Holy Spirit (Topic 1: Enriched in the Spirit)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Can you see the wind?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4754879" y="2990088"/>
            <a:ext cx="2651760" cy="2651760"/>
          </a:xfrm>
          <a:prstGeom prst="triangle">
            <a:avLst/>
          </a:prstGeom>
          <a:solidFill>
            <a:srgbClr val="FFF7E0"/>
          </a:solidFill>
          <a:ln w="228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2852928"/>
            <a:ext cx="822960" cy="822960"/>
          </a:xfrm>
          <a:prstGeom prst="ellipse">
            <a:avLst/>
          </a:prstGeom>
          <a:solidFill>
            <a:srgbClr val="FCD116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7856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16" name="Oval 15"/>
          <p:cNvSpPr/>
          <p:nvPr/>
        </p:nvSpPr>
        <p:spPr>
          <a:xfrm>
            <a:off x="4251959" y="4910328"/>
            <a:ext cx="822960" cy="822960"/>
          </a:xfrm>
          <a:prstGeom prst="ellipse">
            <a:avLst/>
          </a:prstGeom>
          <a:solidFill>
            <a:srgbClr val="D9000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1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18" name="Oval 17"/>
          <p:cNvSpPr/>
          <p:nvPr/>
        </p:nvSpPr>
        <p:spPr>
          <a:xfrm>
            <a:off x="7178040" y="4910328"/>
            <a:ext cx="822960" cy="822960"/>
          </a:xfrm>
          <a:prstGeom prst="ellipse">
            <a:avLst/>
          </a:prstGeom>
          <a:solidFill>
            <a:srgbClr val="1B7F3A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define the Holy Spirit and recognize Him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What is a Spirit?, Defining the Holy Spirit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60857" cy="14813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02121" y="5508345"/>
            <a:ext cx="153619" cy="345643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94883" y="5607100"/>
            <a:ext cx="768096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387644" y="5788152"/>
            <a:ext cx="1408176" cy="65836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Can you see the wind?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What is a Spirit?.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What is a Spirit?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Introduction to the "Spirit" concept. Just as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4754879" y="2990088"/>
            <a:ext cx="2651760" cy="2651760"/>
          </a:xfrm>
          <a:prstGeom prst="triangle">
            <a:avLst/>
          </a:prstGeom>
          <a:solidFill>
            <a:srgbClr val="FFF7E0"/>
          </a:solidFill>
          <a:ln w="228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2852928"/>
            <a:ext cx="822960" cy="822960"/>
          </a:xfrm>
          <a:prstGeom prst="ellipse">
            <a:avLst/>
          </a:prstGeom>
          <a:solidFill>
            <a:srgbClr val="FCD116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7856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A spirit is invisible</a:t>
            </a:r>
          </a:p>
        </p:txBody>
      </p:sp>
      <p:sp>
        <p:nvSpPr>
          <p:cNvPr id="16" name="Oval 15"/>
          <p:cNvSpPr/>
          <p:nvPr/>
        </p:nvSpPr>
        <p:spPr>
          <a:xfrm>
            <a:off x="4251959" y="4910328"/>
            <a:ext cx="822960" cy="822960"/>
          </a:xfrm>
          <a:prstGeom prst="ellipse">
            <a:avLst/>
          </a:prstGeom>
          <a:solidFill>
            <a:srgbClr val="D9000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1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We see the effects of a spirit, like we see</a:t>
            </a:r>
          </a:p>
        </p:txBody>
      </p:sp>
      <p:sp>
        <p:nvSpPr>
          <p:cNvPr id="18" name="Oval 17"/>
          <p:cNvSpPr/>
          <p:nvPr/>
        </p:nvSpPr>
        <p:spPr>
          <a:xfrm>
            <a:off x="7178040" y="4910328"/>
            <a:ext cx="822960" cy="822960"/>
          </a:xfrm>
          <a:prstGeom prst="ellipse">
            <a:avLst/>
          </a:prstGeom>
          <a:solidFill>
            <a:srgbClr val="1B7F3A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The Spirit is the "breath" of God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Defining the Holy Spirit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4754879" y="2990088"/>
            <a:ext cx="2651760" cy="2651760"/>
          </a:xfrm>
          <a:prstGeom prst="triangle">
            <a:avLst/>
          </a:prstGeom>
          <a:solidFill>
            <a:srgbClr val="FFF7E0"/>
          </a:solidFill>
          <a:ln w="228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2852928"/>
            <a:ext cx="822960" cy="822960"/>
          </a:xfrm>
          <a:prstGeom prst="ellipse">
            <a:avLst/>
          </a:prstGeom>
          <a:solidFill>
            <a:srgbClr val="FCD116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7856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2. The Holy Spirit</a:t>
            </a:r>
          </a:p>
        </p:txBody>
      </p:sp>
      <p:sp>
        <p:nvSpPr>
          <p:cNvPr id="16" name="Oval 15"/>
          <p:cNvSpPr/>
          <p:nvPr/>
        </p:nvSpPr>
        <p:spPr>
          <a:xfrm>
            <a:off x="4251959" y="4910328"/>
            <a:ext cx="822960" cy="822960"/>
          </a:xfrm>
          <a:prstGeom prst="ellipse">
            <a:avLst/>
          </a:prstGeom>
          <a:solidFill>
            <a:srgbClr val="D9000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1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He is God's presence in us</a:t>
            </a:r>
          </a:p>
        </p:txBody>
      </p:sp>
      <p:sp>
        <p:nvSpPr>
          <p:cNvPr id="18" name="Oval 17"/>
          <p:cNvSpPr/>
          <p:nvPr/>
        </p:nvSpPr>
        <p:spPr>
          <a:xfrm>
            <a:off x="7178040" y="4910328"/>
            <a:ext cx="822960" cy="822960"/>
          </a:xfrm>
          <a:prstGeom prst="ellipse">
            <a:avLst/>
          </a:prstGeom>
          <a:solidFill>
            <a:srgbClr val="1B7F3A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He is the "Gift and the Giver."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How do you know the wind is there?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Is God visible to our physical eyes?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Who is the Holy Spirit?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4754879" y="2990088"/>
            <a:ext cx="2651760" cy="2651760"/>
          </a:xfrm>
          <a:prstGeom prst="triangle">
            <a:avLst/>
          </a:prstGeom>
          <a:solidFill>
            <a:srgbClr val="FFF7E0"/>
          </a:solidFill>
          <a:ln w="228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2852928"/>
            <a:ext cx="822960" cy="822960"/>
          </a:xfrm>
          <a:prstGeom prst="ellipse">
            <a:avLst/>
          </a:prstGeom>
          <a:solidFill>
            <a:srgbClr val="FCD116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7856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Blow on their hands and observe trees moving</a:t>
            </a:r>
          </a:p>
        </p:txBody>
      </p:sp>
      <p:sp>
        <p:nvSpPr>
          <p:cNvPr id="16" name="Oval 15"/>
          <p:cNvSpPr/>
          <p:nvPr/>
        </p:nvSpPr>
        <p:spPr>
          <a:xfrm>
            <a:off x="4251959" y="4910328"/>
            <a:ext cx="822960" cy="822960"/>
          </a:xfrm>
          <a:prstGeom prst="ellipse">
            <a:avLst/>
          </a:prstGeom>
          <a:solidFill>
            <a:srgbClr val="D9000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1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Discuss in pairs what it means to receive a</a:t>
            </a:r>
          </a:p>
        </p:txBody>
      </p:sp>
      <p:sp>
        <p:nvSpPr>
          <p:cNvPr id="18" name="Oval 17"/>
          <p:cNvSpPr/>
          <p:nvPr/>
        </p:nvSpPr>
        <p:spPr>
          <a:xfrm>
            <a:off x="7178040" y="4910328"/>
            <a:ext cx="822960" cy="822960"/>
          </a:xfrm>
          <a:prstGeom prst="ellipse">
            <a:avLst/>
          </a:prstGeom>
          <a:solidFill>
            <a:srgbClr val="1B7F3A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Teacher demonstrates the Trinity using the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Can you name the three persons?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Spirit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