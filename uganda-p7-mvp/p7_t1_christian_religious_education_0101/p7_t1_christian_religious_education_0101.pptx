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UGANDA P7 LESSON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207008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Christians and the Holy Spirit (Topic 1: Enriched in the Spirit)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2423160"/>
            <a:ext cx="992124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2743200"/>
            <a:ext cx="928116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D4ED8"/>
                </a:solidFill>
                <a:latin typeface="Arial"/>
              </a:rPr>
              <a:t>Christian Religious Education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355848"/>
            <a:ext cx="89154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11827"/>
                </a:solidFill>
                <a:latin typeface="Arial"/>
              </a:rPr>
              <a:t>Big question: Can you see the wind?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074920"/>
            <a:ext cx="9921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475569"/>
                </a:solidFill>
                <a:latin typeface="Arial"/>
              </a:rPr>
              <a:t>Think silently → pair talk → 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define the Holy Spirit and recognize Him as the t...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You will use: What is a Spirit?, Defining the Holy Spirit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Success: explain, try, and answer in your own words.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Think: Can you see the wind?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Pair: compare your first answer with a partner.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Share: connect your answer to What is a Spirit?.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Spirit?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Key idea: Introduction to the "Spirit" concept. Just as wind is i...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 spirit is invisible.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We see the effects of a spirit, like we see wind moving trees.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The Spirit is the "breath" of God.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the Holy Spirit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Model the example step by step.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2. The Holy Spirit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He is God's presence in us.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He is the "Gift and the Giver."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How do you know the wind is there?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Is God visible to our physical eyes?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Who is the Holy Spirit?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Agree on one answer before writing.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Group task: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blow on their hands and observe trees moving outside to...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Students discuss in pairs what it means to receive a gift that is...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Teacher demonstrates the Trinity using the three-stone stove anal...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p7_t1_christian_religious_education_0101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42415"/>
            <a:ext cx="111099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10835640" cy="804672"/>
          </a:xfrm>
          <a:prstGeom prst="rect">
            <a:avLst/>
          </a:prstGeom>
          <a:solidFill>
            <a:srgbClr val="FFF7E0"/>
          </a:solidFill>
          <a:ln w="1778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Answer: Can you name the three persons?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2971800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971800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3118104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" y="3822191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968496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Include one key word: Spirit, Invisible, Wind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672584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672584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4818888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5522976"/>
            <a:ext cx="10378440" cy="713232"/>
          </a:xfrm>
          <a:prstGeom prst="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5522976"/>
            <a:ext cx="530352" cy="713232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669280"/>
            <a:ext cx="9372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Arial"/>
              </a:rPr>
              <a:t>Write one clear response.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419088"/>
            <a:ext cx="10835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