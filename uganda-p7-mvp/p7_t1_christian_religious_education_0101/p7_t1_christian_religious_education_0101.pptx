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Christians and the Holy Spirit (Topic 1: Enriched in the Spirit)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Can you see the wind?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4178808"/>
            <a:ext cx="146304" cy="658368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74519" y="3584448"/>
            <a:ext cx="786384" cy="786384"/>
          </a:xfrm>
          <a:prstGeom prst="ellipse">
            <a:avLst/>
          </a:prstGeom>
          <a:solidFill>
            <a:srgbClr val="1B7F3A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59836" y="4347972"/>
            <a:ext cx="131673" cy="592531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3813048"/>
            <a:ext cx="707745" cy="707745"/>
          </a:xfrm>
          <a:prstGeom prst="ellipse">
            <a:avLst/>
          </a:prstGeom>
          <a:solidFill>
            <a:srgbClr val="1B7F3A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4434840" y="340156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434840" y="381304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434840" y="422452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156094" y="3767328"/>
            <a:ext cx="181051" cy="197510"/>
          </a:xfrm>
          <a:prstGeom prst="ellipse">
            <a:avLst/>
          </a:prstGeom>
          <a:solidFill>
            <a:srgbClr val="FCD116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20890" y="4004340"/>
            <a:ext cx="251460" cy="395020"/>
          </a:xfrm>
          <a:prstGeom prst="roundRect">
            <a:avLst/>
          </a:prstGeom>
          <a:solidFill>
            <a:srgbClr val="D90000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>
            <a:off x="7135977" y="4379610"/>
            <a:ext cx="110643" cy="375270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46620" y="4379610"/>
            <a:ext cx="110642" cy="375270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458200" y="4548225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59798" y="3584448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1396" y="4548225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4392777"/>
            <a:ext cx="854964" cy="59070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45919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564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24400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3412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02880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1260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define the Holy Spirit and recognize Him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What is a Spirit?, Defining the Holy Spirit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60857" cy="14813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02121" y="5508345"/>
            <a:ext cx="153619" cy="345643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4883" y="5607100"/>
            <a:ext cx="768096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387644" y="5788152"/>
            <a:ext cx="1408176" cy="65836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Can you see the wind?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What is a Spirit?.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What is a Spirit?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Introduction to the "Spirit" concept. Just 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4178808"/>
            <a:ext cx="146304" cy="658368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74519" y="3584448"/>
            <a:ext cx="786384" cy="786384"/>
          </a:xfrm>
          <a:prstGeom prst="ellipse">
            <a:avLst/>
          </a:prstGeom>
          <a:solidFill>
            <a:srgbClr val="1B7F3A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59836" y="4347972"/>
            <a:ext cx="131673" cy="592531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3813048"/>
            <a:ext cx="707745" cy="707745"/>
          </a:xfrm>
          <a:prstGeom prst="ellipse">
            <a:avLst/>
          </a:prstGeom>
          <a:solidFill>
            <a:srgbClr val="1B7F3A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4434840" y="340156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434840" y="381304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434840" y="422452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156094" y="3767328"/>
            <a:ext cx="181051" cy="197510"/>
          </a:xfrm>
          <a:prstGeom prst="ellipse">
            <a:avLst/>
          </a:prstGeom>
          <a:solidFill>
            <a:srgbClr val="FCD116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20890" y="4004340"/>
            <a:ext cx="251460" cy="395020"/>
          </a:xfrm>
          <a:prstGeom prst="roundRect">
            <a:avLst/>
          </a:prstGeom>
          <a:solidFill>
            <a:srgbClr val="D90000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>
            <a:off x="7135977" y="4379610"/>
            <a:ext cx="110643" cy="375270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46620" y="4379610"/>
            <a:ext cx="110642" cy="375270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458200" y="4548225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59798" y="3584448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1396" y="4548225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4392777"/>
            <a:ext cx="854964" cy="59070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45919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564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A spirit is invisible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24400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3412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We see the effects of a spirit, like we see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02880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1260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The Spirit is the "breath" of God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Defining the Holy Spirit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4178808"/>
            <a:ext cx="146304" cy="658368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74519" y="3584448"/>
            <a:ext cx="786384" cy="786384"/>
          </a:xfrm>
          <a:prstGeom prst="ellipse">
            <a:avLst/>
          </a:prstGeom>
          <a:solidFill>
            <a:srgbClr val="1B7F3A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59836" y="4347972"/>
            <a:ext cx="131673" cy="592531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3813048"/>
            <a:ext cx="707745" cy="707745"/>
          </a:xfrm>
          <a:prstGeom prst="ellipse">
            <a:avLst/>
          </a:prstGeom>
          <a:solidFill>
            <a:srgbClr val="1B7F3A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4434840" y="340156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434840" y="381304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434840" y="422452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156094" y="3767328"/>
            <a:ext cx="181051" cy="197510"/>
          </a:xfrm>
          <a:prstGeom prst="ellipse">
            <a:avLst/>
          </a:prstGeom>
          <a:solidFill>
            <a:srgbClr val="FCD116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20890" y="4004340"/>
            <a:ext cx="251460" cy="395020"/>
          </a:xfrm>
          <a:prstGeom prst="roundRect">
            <a:avLst/>
          </a:prstGeom>
          <a:solidFill>
            <a:srgbClr val="D90000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>
            <a:off x="7135977" y="4379610"/>
            <a:ext cx="110643" cy="375270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46620" y="4379610"/>
            <a:ext cx="110642" cy="375270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458200" y="4548225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59798" y="3584448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1396" y="4548225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4392777"/>
            <a:ext cx="854964" cy="59070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45919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564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2. The Holy Spirit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24400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3412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He is God's presence in 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02880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1260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He is the "Gift and the Giver."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How do you know the wind is there?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Is God visible to our physical eyes?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Who is the Holy Spirit?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4178808"/>
            <a:ext cx="146304" cy="658368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74519" y="3584448"/>
            <a:ext cx="786384" cy="786384"/>
          </a:xfrm>
          <a:prstGeom prst="ellipse">
            <a:avLst/>
          </a:prstGeom>
          <a:solidFill>
            <a:srgbClr val="1B7F3A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59836" y="4347972"/>
            <a:ext cx="131673" cy="592531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3813048"/>
            <a:ext cx="707745" cy="707745"/>
          </a:xfrm>
          <a:prstGeom prst="ellipse">
            <a:avLst/>
          </a:prstGeom>
          <a:solidFill>
            <a:srgbClr val="1B7F3A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4434840" y="340156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434840" y="381304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434840" y="4224528"/>
            <a:ext cx="1920239" cy="320040"/>
          </a:xfrm>
          <a:prstGeom prst="line">
            <a:avLst/>
          </a:prstGeom>
          <a:ln w="2286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156094" y="3767328"/>
            <a:ext cx="181051" cy="197510"/>
          </a:xfrm>
          <a:prstGeom prst="ellipse">
            <a:avLst/>
          </a:prstGeom>
          <a:solidFill>
            <a:srgbClr val="FCD116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20890" y="4004340"/>
            <a:ext cx="251460" cy="395020"/>
          </a:xfrm>
          <a:prstGeom prst="roundRect">
            <a:avLst/>
          </a:prstGeom>
          <a:solidFill>
            <a:srgbClr val="D90000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>
            <a:off x="7135977" y="4379610"/>
            <a:ext cx="110643" cy="375270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46620" y="4379610"/>
            <a:ext cx="110642" cy="375270"/>
          </a:xfrm>
          <a:prstGeom prst="line">
            <a:avLst/>
          </a:prstGeom>
          <a:ln w="127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458200" y="4548225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59798" y="3584448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1396" y="4548225"/>
            <a:ext cx="652881" cy="528523"/>
          </a:xfrm>
          <a:prstGeom prst="ellipse">
            <a:avLst/>
          </a:prstGeom>
          <a:solidFill>
            <a:srgbClr val="475569"/>
          </a:solidFill>
          <a:ln w="762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4392777"/>
            <a:ext cx="854964" cy="59070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45919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564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Blow on their hands and observe trees moving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24400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3412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Discuss in pairs what it means to receive 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02880" y="5705856"/>
            <a:ext cx="275844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12608" y="5843016"/>
            <a:ext cx="2538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Teacher demonstrates the Trinity using the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Can you name the three persons?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Spirit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